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slides/slide6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sldIdLst>
    <p:sldId id="256" r:id="rId3"/>
    <p:sldId id="257" r:id="rId4"/>
    <p:sldId id="258" r:id="rId5"/>
    <p:sldId id="314" r:id="rId6"/>
    <p:sldId id="316" r:id="rId7"/>
    <p:sldId id="292" r:id="rId8"/>
    <p:sldId id="295" r:id="rId9"/>
    <p:sldId id="318" r:id="rId10"/>
    <p:sldId id="317" r:id="rId11"/>
    <p:sldId id="319" r:id="rId12"/>
    <p:sldId id="288" r:id="rId13"/>
    <p:sldId id="286" r:id="rId14"/>
    <p:sldId id="320" r:id="rId15"/>
    <p:sldId id="363" r:id="rIdFigure95Slide"/>
    <p:sldId id="321" r:id="rId16"/>
    <p:sldId id="322" r:id="rId17"/>
    <p:sldId id="289" r:id="rId18"/>
    <p:sldId id="298" r:id="rId19"/>
    <p:sldId id="323" r:id="rId20"/>
    <p:sldId id="324" r:id="rId21"/>
    <p:sldId id="299" r:id="rId22"/>
    <p:sldId id="361" r:id="rId23"/>
    <p:sldId id="300" r:id="rId24"/>
    <p:sldId id="326" r:id="rId25"/>
    <p:sldId id="301" r:id="rId26"/>
    <p:sldId id="325" r:id="rId27"/>
    <p:sldId id="327" r:id="rId28"/>
    <p:sldId id="303" r:id="rId29"/>
    <p:sldId id="332" r:id="rId30"/>
    <p:sldId id="362" r:id="rId31"/>
    <p:sldId id="329" r:id="rId32"/>
    <p:sldId id="330" r:id="rId33"/>
    <p:sldId id="333" r:id="rId34"/>
    <p:sldId id="331" r:id="rId35"/>
    <p:sldId id="308" r:id="rId36"/>
    <p:sldId id="309" r:id="rId37"/>
    <p:sldId id="315" r:id="rId38"/>
    <p:sldId id="334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343" r:id="rId48"/>
    <p:sldId id="344" r:id="rId49"/>
    <p:sldId id="345" r:id="rId50"/>
    <p:sldId id="346" r:id="rId51"/>
    <p:sldId id="347" r:id="rId52"/>
    <p:sldId id="348" r:id="rId53"/>
    <p:sldId id="349" r:id="rId54"/>
    <p:sldId id="350" r:id="rId55"/>
    <p:sldId id="351" r:id="rId56"/>
    <p:sldId id="352" r:id="rId57"/>
    <p:sldId id="353" r:id="rId58"/>
    <p:sldId id="354" r:id="rId59"/>
    <p:sldId id="355" r:id="rId60"/>
    <p:sldId id="356" r:id="rId61"/>
    <p:sldId id="357" r:id="rId62"/>
    <p:sldId id="358" r:id="rId63"/>
    <p:sldId id="359" r:id="rId64"/>
    <p:sldId id="360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1FCDCF-6271-6145-97BC-C06BA09C4ADF}" v="192" dt="2026-10-14T13:23:03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7"/>
    <p:restoredTop sz="73197"/>
  </p:normalViewPr>
  <p:slideViewPr>
    <p:cSldViewPr snapToGrid="0">
      <p:cViewPr varScale="1">
        <p:scale>
          <a:sx n="92" d="100"/>
          <a:sy n="92" d="100"/>
        </p:scale>
        <p:origin x="20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Figure95Slide" Type="http://schemas.openxmlformats.org/officeDocument/2006/relationships/slide" Target="slides/slide6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as Zakaria Mohellebi" userId="56af4c4a-6968-4862-9093-57b2055c8dd8" providerId="ADAL" clId="{1E1FDC68-94F7-5A2E-B020-A4526CA46D83}"/>
    <pc:docChg chg="undo redo custSel addSld delSld modSld sldOrd">
      <pc:chgData name="Elias Zakaria Mohellebi" userId="56af4c4a-6968-4862-9093-57b2055c8dd8" providerId="ADAL" clId="{1E1FDC68-94F7-5A2E-B020-A4526CA46D83}" dt="2026-10-14T14:15:16.176" v="4764" actId="20577"/>
      <pc:docMkLst>
        <pc:docMk/>
      </pc:docMkLst>
      <pc:sldChg chg="addSp delSp modSp mod modNotesTx">
        <pc:chgData name="Elias Zakaria Mohellebi" userId="56af4c4a-6968-4862-9093-57b2055c8dd8" providerId="ADAL" clId="{1E1FDC68-94F7-5A2E-B020-A4526CA46D83}" dt="2026-10-13T08:48:33.156" v="3810" actId="20577"/>
        <pc:sldMkLst>
          <pc:docMk/>
          <pc:sldMk cId="524612123" sldId="256"/>
        </pc:sldMkLst>
        <pc:spChg chg="mod">
          <ac:chgData name="Elias Zakaria Mohellebi" userId="56af4c4a-6968-4862-9093-57b2055c8dd8" providerId="ADAL" clId="{1E1FDC68-94F7-5A2E-B020-A4526CA46D83}" dt="2026-10-13T08:46:51.542" v="3791" actId="1076"/>
          <ac:spMkLst>
            <pc:docMk/>
            <pc:sldMk cId="524612123" sldId="256"/>
            <ac:spMk id="6" creationId="{46BC88CC-ABEA-4076-B7A6-595BA1E5DA92}"/>
          </ac:spMkLst>
        </pc:spChg>
        <pc:spChg chg="add mod">
          <ac:chgData name="Elias Zakaria Mohellebi" userId="56af4c4a-6968-4862-9093-57b2055c8dd8" providerId="ADAL" clId="{1E1FDC68-94F7-5A2E-B020-A4526CA46D83}" dt="2026-10-13T08:46:55.455" v="3792" actId="1076"/>
          <ac:spMkLst>
            <pc:docMk/>
            <pc:sldMk cId="524612123" sldId="256"/>
            <ac:spMk id="9" creationId="{E62392D0-C23B-27EC-5505-57AFC3C1767C}"/>
          </ac:spMkLst>
        </pc:spChg>
        <pc:spChg chg="add mod">
          <ac:chgData name="Elias Zakaria Mohellebi" userId="56af4c4a-6968-4862-9093-57b2055c8dd8" providerId="ADAL" clId="{1E1FDC68-94F7-5A2E-B020-A4526CA46D83}" dt="2026-10-13T08:48:18.586" v="3808" actId="20577"/>
          <ac:spMkLst>
            <pc:docMk/>
            <pc:sldMk cId="524612123" sldId="256"/>
            <ac:spMk id="12" creationId="{06D3A647-5700-1EF1-ED47-3BEE09BD3BAD}"/>
          </ac:spMkLst>
        </pc:spChg>
        <pc:picChg chg="mod">
          <ac:chgData name="Elias Zakaria Mohellebi" userId="56af4c4a-6968-4862-9093-57b2055c8dd8" providerId="ADAL" clId="{1E1FDC68-94F7-5A2E-B020-A4526CA46D83}" dt="2026-10-13T08:46:28.201" v="3786" actId="1076"/>
          <ac:picMkLst>
            <pc:docMk/>
            <pc:sldMk cId="524612123" sldId="256"/>
            <ac:picMk id="10" creationId="{7C85766C-4620-421C-ADA1-555E75E55B2C}"/>
          </ac:picMkLst>
        </pc:picChg>
      </pc:sldChg>
      <pc:sldChg chg="modSp mod modNotesTx">
        <pc:chgData name="Elias Zakaria Mohellebi" userId="56af4c4a-6968-4862-9093-57b2055c8dd8" providerId="ADAL" clId="{1E1FDC68-94F7-5A2E-B020-A4526CA46D83}" dt="2026-10-13T21:10:21.842" v="4671" actId="20577"/>
        <pc:sldMkLst>
          <pc:docMk/>
          <pc:sldMk cId="561232591" sldId="257"/>
        </pc:sldMkLst>
        <pc:spChg chg="mod">
          <ac:chgData name="Elias Zakaria Mohellebi" userId="56af4c4a-6968-4862-9093-57b2055c8dd8" providerId="ADAL" clId="{1E1FDC68-94F7-5A2E-B020-A4526CA46D83}" dt="2026-10-12T06:43:03.236" v="1383" actId="14100"/>
          <ac:spMkLst>
            <pc:docMk/>
            <pc:sldMk cId="561232591" sldId="257"/>
            <ac:spMk id="3" creationId="{B95652BD-EADF-4710-8953-C9C79B9BA734}"/>
          </ac:spMkLst>
        </pc:spChg>
        <pc:spChg chg="mod">
          <ac:chgData name="Elias Zakaria Mohellebi" userId="56af4c4a-6968-4862-9093-57b2055c8dd8" providerId="ADAL" clId="{1E1FDC68-94F7-5A2E-B020-A4526CA46D83}" dt="2026-10-12T06:59:45.309" v="1811" actId="207"/>
          <ac:spMkLst>
            <pc:docMk/>
            <pc:sldMk cId="561232591" sldId="257"/>
            <ac:spMk id="4" creationId="{2A32E418-204B-4E0B-AE51-4482FFB59929}"/>
          </ac:spMkLst>
        </pc:spChg>
      </pc:sldChg>
      <pc:sldChg chg="addSp delSp modSp mod modNotesTx">
        <pc:chgData name="Elias Zakaria Mohellebi" userId="56af4c4a-6968-4862-9093-57b2055c8dd8" providerId="ADAL" clId="{1E1FDC68-94F7-5A2E-B020-A4526CA46D83}" dt="2026-10-13T20:24:16.124" v="4553" actId="1035"/>
        <pc:sldMkLst>
          <pc:docMk/>
          <pc:sldMk cId="2029556108" sldId="258"/>
        </pc:sldMkLst>
        <pc:spChg chg="mod">
          <ac:chgData name="Elias Zakaria Mohellebi" userId="56af4c4a-6968-4862-9093-57b2055c8dd8" providerId="ADAL" clId="{1E1FDC68-94F7-5A2E-B020-A4526CA46D83}" dt="2026-10-13T08:12:43.962" v="3620"/>
          <ac:spMkLst>
            <pc:docMk/>
            <pc:sldMk cId="2029556108" sldId="258"/>
            <ac:spMk id="3" creationId="{B50B2166-5C8A-4B44-87CB-B5B835C691A5}"/>
          </ac:spMkLst>
        </pc:spChg>
        <pc:spChg chg="mod">
          <ac:chgData name="Elias Zakaria Mohellebi" userId="56af4c4a-6968-4862-9093-57b2055c8dd8" providerId="ADAL" clId="{1E1FDC68-94F7-5A2E-B020-A4526CA46D83}" dt="2026-10-13T20:21:14.447" v="4477" actId="20577"/>
          <ac:spMkLst>
            <pc:docMk/>
            <pc:sldMk cId="2029556108" sldId="258"/>
            <ac:spMk id="4" creationId="{B6A3B6A2-2047-4F8A-B8FF-BD0CFCA13A85}"/>
          </ac:spMkLst>
        </pc:spChg>
        <pc:spChg chg="del mod">
          <ac:chgData name="Elias Zakaria Mohellebi" userId="56af4c4a-6968-4862-9093-57b2055c8dd8" providerId="ADAL" clId="{1E1FDC68-94F7-5A2E-B020-A4526CA46D83}" dt="2026-10-13T05:43:55.810" v="2190" actId="478"/>
          <ac:spMkLst>
            <pc:docMk/>
            <pc:sldMk cId="2029556108" sldId="258"/>
            <ac:spMk id="5" creationId="{A3B3BAFE-FF69-4A0A-9805-778040329D7B}"/>
          </ac:spMkLst>
        </pc:spChg>
        <pc:spChg chg="add mod">
          <ac:chgData name="Elias Zakaria Mohellebi" userId="56af4c4a-6968-4862-9093-57b2055c8dd8" providerId="ADAL" clId="{1E1FDC68-94F7-5A2E-B020-A4526CA46D83}" dt="2026-10-13T20:24:16.124" v="4553" actId="1035"/>
          <ac:spMkLst>
            <pc:docMk/>
            <pc:sldMk cId="2029556108" sldId="258"/>
            <ac:spMk id="5" creationId="{E78D5B96-F2F6-E67A-295E-6AAA602F713A}"/>
          </ac:spMkLst>
        </pc:spChg>
        <pc:spChg chg="del">
          <ac:chgData name="Elias Zakaria Mohellebi" userId="56af4c4a-6968-4862-9093-57b2055c8dd8" providerId="ADAL" clId="{1E1FDC68-94F7-5A2E-B020-A4526CA46D83}" dt="2026-10-13T05:43:57.761" v="2191" actId="478"/>
          <ac:spMkLst>
            <pc:docMk/>
            <pc:sldMk cId="2029556108" sldId="258"/>
            <ac:spMk id="6" creationId="{46719A42-B926-4D71-80C1-753BBB6A6DE0}"/>
          </ac:spMkLst>
        </pc:spChg>
        <pc:spChg chg="mod">
          <ac:chgData name="Elias Zakaria Mohellebi" userId="56af4c4a-6968-4862-9093-57b2055c8dd8" providerId="ADAL" clId="{1E1FDC68-94F7-5A2E-B020-A4526CA46D83}" dt="2026-10-13T05:53:12.793" v="2271" actId="20577"/>
          <ac:spMkLst>
            <pc:docMk/>
            <pc:sldMk cId="2029556108" sldId="258"/>
            <ac:spMk id="9" creationId="{82F12A90-FD92-40EE-9C4E-9B85B11F0E87}"/>
          </ac:spMkLst>
        </pc:spChg>
        <pc:spChg chg="add del mod">
          <ac:chgData name="Elias Zakaria Mohellebi" userId="56af4c4a-6968-4862-9093-57b2055c8dd8" providerId="ADAL" clId="{1E1FDC68-94F7-5A2E-B020-A4526CA46D83}" dt="2026-10-13T05:37:19.870" v="2125" actId="478"/>
          <ac:spMkLst>
            <pc:docMk/>
            <pc:sldMk cId="2029556108" sldId="258"/>
            <ac:spMk id="10" creationId="{89E42B0B-0392-96A2-A4CC-47285BFE490D}"/>
          </ac:spMkLst>
        </pc:spChg>
        <pc:spChg chg="add mod">
          <ac:chgData name="Elias Zakaria Mohellebi" userId="56af4c4a-6968-4862-9093-57b2055c8dd8" providerId="ADAL" clId="{1E1FDC68-94F7-5A2E-B020-A4526CA46D83}" dt="2026-10-13T20:18:53.282" v="4445" actId="1038"/>
          <ac:spMkLst>
            <pc:docMk/>
            <pc:sldMk cId="2029556108" sldId="258"/>
            <ac:spMk id="13" creationId="{5900730B-4145-0D17-F979-92E6B0A63BDB}"/>
          </ac:spMkLst>
        </pc:spChg>
        <pc:spChg chg="add mod">
          <ac:chgData name="Elias Zakaria Mohellebi" userId="56af4c4a-6968-4862-9093-57b2055c8dd8" providerId="ADAL" clId="{1E1FDC68-94F7-5A2E-B020-A4526CA46D83}" dt="2026-10-13T05:56:50.854" v="2341" actId="14100"/>
          <ac:spMkLst>
            <pc:docMk/>
            <pc:sldMk cId="2029556108" sldId="258"/>
            <ac:spMk id="14" creationId="{5E3D3331-0B08-3A28-4110-1425813B5D66}"/>
          </ac:spMkLst>
        </pc:spChg>
        <pc:spChg chg="add mod">
          <ac:chgData name="Elias Zakaria Mohellebi" userId="56af4c4a-6968-4862-9093-57b2055c8dd8" providerId="ADAL" clId="{1E1FDC68-94F7-5A2E-B020-A4526CA46D83}" dt="2026-10-13T08:39:13.963" v="3699" actId="1076"/>
          <ac:spMkLst>
            <pc:docMk/>
            <pc:sldMk cId="2029556108" sldId="258"/>
            <ac:spMk id="15" creationId="{F68B1BD3-AE88-D678-EB47-6102F540E894}"/>
          </ac:spMkLst>
        </pc:spChg>
        <pc:picChg chg="add del mod">
          <ac:chgData name="Elias Zakaria Mohellebi" userId="56af4c4a-6968-4862-9093-57b2055c8dd8" providerId="ADAL" clId="{1E1FDC68-94F7-5A2E-B020-A4526CA46D83}" dt="2026-10-13T05:37:18.343" v="2124" actId="478"/>
          <ac:picMkLst>
            <pc:docMk/>
            <pc:sldMk cId="2029556108" sldId="258"/>
            <ac:picMk id="11" creationId="{0770E392-66CC-4660-DF95-6F0E0CE6E439}"/>
          </ac:picMkLst>
        </pc:picChg>
        <pc:picChg chg="add mod">
          <ac:chgData name="Elias Zakaria Mohellebi" userId="56af4c4a-6968-4862-9093-57b2055c8dd8" providerId="ADAL" clId="{1E1FDC68-94F7-5A2E-B020-A4526CA46D83}" dt="2026-10-13T08:39:02.894" v="3698" actId="14100"/>
          <ac:picMkLst>
            <pc:docMk/>
            <pc:sldMk cId="2029556108" sldId="258"/>
            <ac:picMk id="12" creationId="{F6B35268-8E24-0F72-C81E-C6F15DA275A5}"/>
          </ac:picMkLst>
        </pc:picChg>
      </pc:sldChg>
      <pc:sldChg chg="modSp del mod">
        <pc:chgData name="Elias Zakaria Mohellebi" userId="56af4c4a-6968-4862-9093-57b2055c8dd8" providerId="ADAL" clId="{1E1FDC68-94F7-5A2E-B020-A4526CA46D83}" dt="2026-10-13T06:53:10.949" v="3222" actId="2696"/>
        <pc:sldMkLst>
          <pc:docMk/>
          <pc:sldMk cId="1015088073" sldId="259"/>
        </pc:sldMkLst>
      </pc:sldChg>
      <pc:sldChg chg="modSp add del mod setBg">
        <pc:chgData name="Elias Zakaria Mohellebi" userId="56af4c4a-6968-4862-9093-57b2055c8dd8" providerId="ADAL" clId="{1E1FDC68-94F7-5A2E-B020-A4526CA46D83}" dt="2026-10-13T07:05:18.478" v="3346" actId="2696"/>
        <pc:sldMkLst>
          <pc:docMk/>
          <pc:sldMk cId="1081847559" sldId="260"/>
        </pc:sldMkLst>
      </pc:sldChg>
      <pc:sldChg chg="del ord">
        <pc:chgData name="Elias Zakaria Mohellebi" userId="56af4c4a-6968-4862-9093-57b2055c8dd8" providerId="ADAL" clId="{1E1FDC68-94F7-5A2E-B020-A4526CA46D83}" dt="2026-10-13T08:42:58.827" v="3770" actId="2696"/>
        <pc:sldMkLst>
          <pc:docMk/>
          <pc:sldMk cId="619812783" sldId="261"/>
        </pc:sldMkLst>
      </pc:sldChg>
      <pc:sldChg chg="del ord">
        <pc:chgData name="Elias Zakaria Mohellebi" userId="56af4c4a-6968-4862-9093-57b2055c8dd8" providerId="ADAL" clId="{1E1FDC68-94F7-5A2E-B020-A4526CA46D83}" dt="2026-10-13T06:58:51.811" v="3244" actId="2696"/>
        <pc:sldMkLst>
          <pc:docMk/>
          <pc:sldMk cId="1365819243" sldId="262"/>
        </pc:sldMkLst>
      </pc:sldChg>
      <pc:sldChg chg="del">
        <pc:chgData name="Elias Zakaria Mohellebi" userId="56af4c4a-6968-4862-9093-57b2055c8dd8" providerId="ADAL" clId="{1E1FDC68-94F7-5A2E-B020-A4526CA46D83}" dt="2026-10-13T07:01:24.666" v="3296" actId="2696"/>
        <pc:sldMkLst>
          <pc:docMk/>
          <pc:sldMk cId="586380718" sldId="263"/>
        </pc:sldMkLst>
      </pc:sldChg>
      <pc:sldChg chg="del">
        <pc:chgData name="Elias Zakaria Mohellebi" userId="56af4c4a-6968-4862-9093-57b2055c8dd8" providerId="ADAL" clId="{1E1FDC68-94F7-5A2E-B020-A4526CA46D83}" dt="2026-10-13T06:55:00.253" v="3227" actId="2696"/>
        <pc:sldMkLst>
          <pc:docMk/>
          <pc:sldMk cId="987664274" sldId="264"/>
        </pc:sldMkLst>
      </pc:sldChg>
      <pc:sldChg chg="del">
        <pc:chgData name="Elias Zakaria Mohellebi" userId="56af4c4a-6968-4862-9093-57b2055c8dd8" providerId="ADAL" clId="{1E1FDC68-94F7-5A2E-B020-A4526CA46D83}" dt="2026-10-13T06:55:11.457" v="3228" actId="2696"/>
        <pc:sldMkLst>
          <pc:docMk/>
          <pc:sldMk cId="1859761645" sldId="265"/>
        </pc:sldMkLst>
      </pc:sldChg>
      <pc:sldChg chg="del">
        <pc:chgData name="Elias Zakaria Mohellebi" userId="56af4c4a-6968-4862-9093-57b2055c8dd8" providerId="ADAL" clId="{1E1FDC68-94F7-5A2E-B020-A4526CA46D83}" dt="2026-10-13T06:55:13.561" v="3229" actId="2696"/>
        <pc:sldMkLst>
          <pc:docMk/>
          <pc:sldMk cId="2137096277" sldId="266"/>
        </pc:sldMkLst>
      </pc:sldChg>
      <pc:sldChg chg="del">
        <pc:chgData name="Elias Zakaria Mohellebi" userId="56af4c4a-6968-4862-9093-57b2055c8dd8" providerId="ADAL" clId="{1E1FDC68-94F7-5A2E-B020-A4526CA46D83}" dt="2026-10-13T06:55:17.004" v="3230" actId="2696"/>
        <pc:sldMkLst>
          <pc:docMk/>
          <pc:sldMk cId="1224712369" sldId="267"/>
        </pc:sldMkLst>
      </pc:sldChg>
      <pc:sldChg chg="del">
        <pc:chgData name="Elias Zakaria Mohellebi" userId="56af4c4a-6968-4862-9093-57b2055c8dd8" providerId="ADAL" clId="{1E1FDC68-94F7-5A2E-B020-A4526CA46D83}" dt="2026-10-13T06:56:01.299" v="3234" actId="2696"/>
        <pc:sldMkLst>
          <pc:docMk/>
          <pc:sldMk cId="1911925899" sldId="268"/>
        </pc:sldMkLst>
      </pc:sldChg>
      <pc:sldChg chg="delSp modSp mod ord">
        <pc:chgData name="Elias Zakaria Mohellebi" userId="56af4c4a-6968-4862-9093-57b2055c8dd8" providerId="ADAL" clId="{1E1FDC68-94F7-5A2E-B020-A4526CA46D83}" dt="2026-10-13T07:01:54.331" v="3308" actId="20577"/>
        <pc:sldMkLst>
          <pc:docMk/>
          <pc:sldMk cId="2014963329" sldId="269"/>
        </pc:sldMkLst>
        <pc:spChg chg="del">
          <ac:chgData name="Elias Zakaria Mohellebi" userId="56af4c4a-6968-4862-9093-57b2055c8dd8" providerId="ADAL" clId="{1E1FDC68-94F7-5A2E-B020-A4526CA46D83}" dt="2026-10-13T07:00:04.351" v="3292" actId="478"/>
          <ac:spMkLst>
            <pc:docMk/>
            <pc:sldMk cId="2014963329" sldId="269"/>
            <ac:spMk id="5" creationId="{E7C5A4BD-A9EA-4984-870B-C41F32810BCE}"/>
          </ac:spMkLst>
        </pc:spChg>
        <pc:spChg chg="mod">
          <ac:chgData name="Elias Zakaria Mohellebi" userId="56af4c4a-6968-4862-9093-57b2055c8dd8" providerId="ADAL" clId="{1E1FDC68-94F7-5A2E-B020-A4526CA46D83}" dt="2026-10-13T07:01:54.331" v="3308" actId="20577"/>
          <ac:spMkLst>
            <pc:docMk/>
            <pc:sldMk cId="2014963329" sldId="269"/>
            <ac:spMk id="8" creationId="{9BE5E209-FF77-4C6D-BFD4-BB75EF4230E8}"/>
          </ac:spMkLst>
        </pc:spChg>
      </pc:sldChg>
      <pc:sldChg chg="add del">
        <pc:chgData name="Elias Zakaria Mohellebi" userId="56af4c4a-6968-4862-9093-57b2055c8dd8" providerId="ADAL" clId="{1E1FDC68-94F7-5A2E-B020-A4526CA46D83}" dt="2026-10-13T07:12:43.663" v="3561" actId="2696"/>
        <pc:sldMkLst>
          <pc:docMk/>
          <pc:sldMk cId="12659218" sldId="270"/>
        </pc:sldMkLst>
      </pc:sldChg>
      <pc:sldChg chg="del ord">
        <pc:chgData name="Elias Zakaria Mohellebi" userId="56af4c4a-6968-4862-9093-57b2055c8dd8" providerId="ADAL" clId="{1E1FDC68-94F7-5A2E-B020-A4526CA46D83}" dt="2026-10-13T07:01:01.933" v="3294" actId="2696"/>
        <pc:sldMkLst>
          <pc:docMk/>
          <pc:sldMk cId="1678406872" sldId="271"/>
        </pc:sldMkLst>
      </pc:sldChg>
      <pc:sldChg chg="modSp mod">
        <pc:chgData name="Elias Zakaria Mohellebi" userId="56af4c4a-6968-4862-9093-57b2055c8dd8" providerId="ADAL" clId="{1E1FDC68-94F7-5A2E-B020-A4526CA46D83}" dt="2026-10-13T07:12:59.661" v="3567" actId="20577"/>
        <pc:sldMkLst>
          <pc:docMk/>
          <pc:sldMk cId="1220560013" sldId="272"/>
        </pc:sldMkLst>
        <pc:spChg chg="mod">
          <ac:chgData name="Elias Zakaria Mohellebi" userId="56af4c4a-6968-4862-9093-57b2055c8dd8" providerId="ADAL" clId="{1E1FDC68-94F7-5A2E-B020-A4526CA46D83}" dt="2026-10-13T07:12:59.661" v="3567" actId="20577"/>
          <ac:spMkLst>
            <pc:docMk/>
            <pc:sldMk cId="1220560013" sldId="272"/>
            <ac:spMk id="9" creationId="{B2257DF5-32A6-4BB5-9887-23DA8AB08EB9}"/>
          </ac:spMkLst>
        </pc:spChg>
      </pc:sldChg>
      <pc:sldChg chg="add del">
        <pc:chgData name="Elias Zakaria Mohellebi" userId="56af4c4a-6968-4862-9093-57b2055c8dd8" providerId="ADAL" clId="{1E1FDC68-94F7-5A2E-B020-A4526CA46D83}" dt="2026-10-13T06:52:58.398" v="3221" actId="2696"/>
        <pc:sldMkLst>
          <pc:docMk/>
          <pc:sldMk cId="287329635" sldId="282"/>
        </pc:sldMkLst>
      </pc:sldChg>
      <pc:sldChg chg="add del">
        <pc:chgData name="Elias Zakaria Mohellebi" userId="56af4c4a-6968-4862-9093-57b2055c8dd8" providerId="ADAL" clId="{1E1FDC68-94F7-5A2E-B020-A4526CA46D83}" dt="2026-10-13T06:52:56.529" v="3220" actId="2696"/>
        <pc:sldMkLst>
          <pc:docMk/>
          <pc:sldMk cId="3013292557" sldId="283"/>
        </pc:sldMkLst>
      </pc:sldChg>
      <pc:sldChg chg="addSp delSp modSp add del mod ord">
        <pc:chgData name="Elias Zakaria Mohellebi" userId="56af4c4a-6968-4862-9093-57b2055c8dd8" providerId="ADAL" clId="{1E1FDC68-94F7-5A2E-B020-A4526CA46D83}" dt="2026-10-13T06:52:53.915" v="3218" actId="2696"/>
        <pc:sldMkLst>
          <pc:docMk/>
          <pc:sldMk cId="4262691948" sldId="284"/>
        </pc:sldMkLst>
        <pc:picChg chg="add mod">
          <ac:chgData name="Elias Zakaria Mohellebi" userId="56af4c4a-6968-4862-9093-57b2055c8dd8" providerId="ADAL" clId="{1E1FDC68-94F7-5A2E-B020-A4526CA46D83}" dt="2026-10-13T04:00:02.725" v="2056" actId="14100"/>
          <ac:picMkLst>
            <pc:docMk/>
            <pc:sldMk cId="4262691948" sldId="284"/>
            <ac:picMk id="11" creationId="{990585CE-4457-F71A-7CA6-0B468720698A}"/>
          </ac:picMkLst>
        </pc:picChg>
      </pc:sldChg>
      <pc:sldChg chg="addSp delSp modSp add del mod">
        <pc:chgData name="Elias Zakaria Mohellebi" userId="56af4c4a-6968-4862-9093-57b2055c8dd8" providerId="ADAL" clId="{1E1FDC68-94F7-5A2E-B020-A4526CA46D83}" dt="2026-10-13T06:52:55.074" v="3219" actId="2696"/>
        <pc:sldMkLst>
          <pc:docMk/>
          <pc:sldMk cId="1741245741" sldId="285"/>
        </pc:sldMkLst>
      </pc:sldChg>
      <pc:sldChg chg="addSp delSp modSp add mod modNotesTx">
        <pc:chgData name="Elias Zakaria Mohellebi" userId="56af4c4a-6968-4862-9093-57b2055c8dd8" providerId="ADAL" clId="{1E1FDC68-94F7-5A2E-B020-A4526CA46D83}" dt="2026-10-14T07:48:01.312" v="4714" actId="478"/>
        <pc:sldMkLst>
          <pc:docMk/>
          <pc:sldMk cId="2691815746" sldId="286"/>
        </pc:sldMkLst>
        <pc:spChg chg="mod">
          <ac:chgData name="Elias Zakaria Mohellebi" userId="56af4c4a-6968-4862-9093-57b2055c8dd8" providerId="ADAL" clId="{1E1FDC68-94F7-5A2E-B020-A4526CA46D83}" dt="2026-10-13T08:59:37.955" v="4053" actId="20577"/>
          <ac:spMkLst>
            <pc:docMk/>
            <pc:sldMk cId="2691815746" sldId="286"/>
            <ac:spMk id="2" creationId="{14E324E5-DAED-2167-AA54-2ECCEB61F9E4}"/>
          </ac:spMkLst>
        </pc:spChg>
        <pc:spChg chg="del">
          <ac:chgData name="Elias Zakaria Mohellebi" userId="56af4c4a-6968-4862-9093-57b2055c8dd8" providerId="ADAL" clId="{1E1FDC68-94F7-5A2E-B020-A4526CA46D83}" dt="2026-10-13T04:00:18.009" v="2058" actId="478"/>
          <ac:spMkLst>
            <pc:docMk/>
            <pc:sldMk cId="2691815746" sldId="286"/>
            <ac:spMk id="4" creationId="{5356AD2B-D01C-01D7-CB6F-02D560D6632B}"/>
          </ac:spMkLst>
        </pc:spChg>
        <pc:spChg chg="del">
          <ac:chgData name="Elias Zakaria Mohellebi" userId="56af4c4a-6968-4862-9093-57b2055c8dd8" providerId="ADAL" clId="{1E1FDC68-94F7-5A2E-B020-A4526CA46D83}" dt="2026-10-13T04:00:20.284" v="2059" actId="478"/>
          <ac:spMkLst>
            <pc:docMk/>
            <pc:sldMk cId="2691815746" sldId="286"/>
            <ac:spMk id="5" creationId="{DCBBFBE4-00FC-C955-66A2-408AC7546C3C}"/>
          </ac:spMkLst>
        </pc:spChg>
        <pc:spChg chg="add mod">
          <ac:chgData name="Elias Zakaria Mohellebi" userId="56af4c4a-6968-4862-9093-57b2055c8dd8" providerId="ADAL" clId="{1E1FDC68-94F7-5A2E-B020-A4526CA46D83}" dt="2026-10-13T04:00:30.545" v="2060"/>
          <ac:spMkLst>
            <pc:docMk/>
            <pc:sldMk cId="2691815746" sldId="286"/>
            <ac:spMk id="7" creationId="{8313C49C-AADA-3691-88DB-3BF3FB5FC932}"/>
          </ac:spMkLst>
        </pc:spChg>
        <pc:spChg chg="add mod">
          <ac:chgData name="Elias Zakaria Mohellebi" userId="56af4c4a-6968-4862-9093-57b2055c8dd8" providerId="ADAL" clId="{1E1FDC68-94F7-5A2E-B020-A4526CA46D83}" dt="2026-10-13T04:00:30.545" v="2060"/>
          <ac:spMkLst>
            <pc:docMk/>
            <pc:sldMk cId="2691815746" sldId="286"/>
            <ac:spMk id="8" creationId="{E5F92D07-2B49-0774-200A-C1F64C497323}"/>
          </ac:spMkLst>
        </pc:spChg>
        <pc:spChg chg="mod">
          <ac:chgData name="Elias Zakaria Mohellebi" userId="56af4c4a-6968-4862-9093-57b2055c8dd8" providerId="ADAL" clId="{1E1FDC68-94F7-5A2E-B020-A4526CA46D83}" dt="2026-10-13T06:18:13.829" v="2722" actId="6549"/>
          <ac:spMkLst>
            <pc:docMk/>
            <pc:sldMk cId="2691815746" sldId="286"/>
            <ac:spMk id="9" creationId="{F7EB02F6-CE66-C8F3-C9FD-7DA785EAD342}"/>
          </ac:spMkLst>
        </pc:spChg>
        <pc:spChg chg="del">
          <ac:chgData name="Elias Zakaria Mohellebi" userId="56af4c4a-6968-4862-9093-57b2055c8dd8" providerId="ADAL" clId="{1E1FDC68-94F7-5A2E-B020-A4526CA46D83}" dt="2026-10-13T09:00:16.332" v="4060" actId="478"/>
          <ac:spMkLst>
            <pc:docMk/>
            <pc:sldMk cId="2691815746" sldId="286"/>
            <ac:spMk id="10" creationId="{2F708EC6-EA7E-FAC8-0AA0-93F6E88053F8}"/>
          </ac:spMkLst>
        </pc:spChg>
        <pc:spChg chg="add del mod">
          <ac:chgData name="Elias Zakaria Mohellebi" userId="56af4c4a-6968-4862-9093-57b2055c8dd8" providerId="ADAL" clId="{1E1FDC68-94F7-5A2E-B020-A4526CA46D83}" dt="2026-10-14T07:48:01.312" v="4714" actId="478"/>
          <ac:spMkLst>
            <pc:docMk/>
            <pc:sldMk cId="2691815746" sldId="286"/>
            <ac:spMk id="13" creationId="{9FB3F175-9A77-4FEB-6570-2727BAF0D64B}"/>
          </ac:spMkLst>
        </pc:spChg>
        <pc:picChg chg="del">
          <ac:chgData name="Elias Zakaria Mohellebi" userId="56af4c4a-6968-4862-9093-57b2055c8dd8" providerId="ADAL" clId="{1E1FDC68-94F7-5A2E-B020-A4526CA46D83}" dt="2026-10-13T04:01:13.052" v="2069" actId="478"/>
          <ac:picMkLst>
            <pc:docMk/>
            <pc:sldMk cId="2691815746" sldId="286"/>
            <ac:picMk id="11" creationId="{3E141882-E704-4042-FD80-07FA94370B21}"/>
          </ac:picMkLst>
        </pc:picChg>
        <pc:picChg chg="add del mod">
          <ac:chgData name="Elias Zakaria Mohellebi" userId="56af4c4a-6968-4862-9093-57b2055c8dd8" providerId="ADAL" clId="{1E1FDC68-94F7-5A2E-B020-A4526CA46D83}" dt="2026-10-14T07:47:59.662" v="4713" actId="478"/>
          <ac:picMkLst>
            <pc:docMk/>
            <pc:sldMk cId="2691815746" sldId="286"/>
            <ac:picMk id="12" creationId="{E661705D-B76E-B205-8809-863D33C94077}"/>
          </ac:picMkLst>
        </pc:picChg>
      </pc:sldChg>
      <pc:sldChg chg="modSp add del mod">
        <pc:chgData name="Elias Zakaria Mohellebi" userId="56af4c4a-6968-4862-9093-57b2055c8dd8" providerId="ADAL" clId="{1E1FDC68-94F7-5A2E-B020-A4526CA46D83}" dt="2026-10-13T07:01:05.561" v="3295" actId="2696"/>
        <pc:sldMkLst>
          <pc:docMk/>
          <pc:sldMk cId="3673056315" sldId="287"/>
        </pc:sldMkLst>
        <pc:spChg chg="mod">
          <ac:chgData name="Elias Zakaria Mohellebi" userId="56af4c4a-6968-4862-9093-57b2055c8dd8" providerId="ADAL" clId="{1E1FDC68-94F7-5A2E-B020-A4526CA46D83}" dt="2026-10-13T04:01:57.058" v="2074" actId="207"/>
          <ac:spMkLst>
            <pc:docMk/>
            <pc:sldMk cId="3673056315" sldId="287"/>
            <ac:spMk id="6" creationId="{A7B4B0F2-0E0F-21CF-77D5-4C4548E95563}"/>
          </ac:spMkLst>
        </pc:spChg>
        <pc:spChg chg="mod">
          <ac:chgData name="Elias Zakaria Mohellebi" userId="56af4c4a-6968-4862-9093-57b2055c8dd8" providerId="ADAL" clId="{1E1FDC68-94F7-5A2E-B020-A4526CA46D83}" dt="2026-10-13T04:01:52.846" v="2073" actId="207"/>
          <ac:spMkLst>
            <pc:docMk/>
            <pc:sldMk cId="3673056315" sldId="287"/>
            <ac:spMk id="8" creationId="{48E31051-2070-26FA-6E71-4EE6780A489B}"/>
          </ac:spMkLst>
        </pc:spChg>
        <pc:spChg chg="mod">
          <ac:chgData name="Elias Zakaria Mohellebi" userId="56af4c4a-6968-4862-9093-57b2055c8dd8" providerId="ADAL" clId="{1E1FDC68-94F7-5A2E-B020-A4526CA46D83}" dt="2026-10-13T06:34:29.860" v="3094" actId="20577"/>
          <ac:spMkLst>
            <pc:docMk/>
            <pc:sldMk cId="3673056315" sldId="287"/>
            <ac:spMk id="9" creationId="{7145B89E-E9B5-A0CA-6839-09159188DA1E}"/>
          </ac:spMkLst>
        </pc:spChg>
      </pc:sldChg>
      <pc:sldChg chg="addSp delSp modSp add mod modNotesTx">
        <pc:chgData name="Elias Zakaria Mohellebi" userId="56af4c4a-6968-4862-9093-57b2055c8dd8" providerId="ADAL" clId="{1E1FDC68-94F7-5A2E-B020-A4526CA46D83}" dt="2026-10-13T08:58:43.993" v="4044" actId="20577"/>
        <pc:sldMkLst>
          <pc:docMk/>
          <pc:sldMk cId="975471058" sldId="288"/>
        </pc:sldMkLst>
        <pc:spChg chg="mod">
          <ac:chgData name="Elias Zakaria Mohellebi" userId="56af4c4a-6968-4862-9093-57b2055c8dd8" providerId="ADAL" clId="{1E1FDC68-94F7-5A2E-B020-A4526CA46D83}" dt="2026-10-13T08:57:46.628" v="4037" actId="20577"/>
          <ac:spMkLst>
            <pc:docMk/>
            <pc:sldMk cId="975471058" sldId="288"/>
            <ac:spMk id="2" creationId="{4781BF0D-6C46-DD3C-A34D-3D86E7DB8BD9}"/>
          </ac:spMkLst>
        </pc:spChg>
        <pc:spChg chg="del mod">
          <ac:chgData name="Elias Zakaria Mohellebi" userId="56af4c4a-6968-4862-9093-57b2055c8dd8" providerId="ADAL" clId="{1E1FDC68-94F7-5A2E-B020-A4526CA46D83}" dt="2026-10-13T04:08:38.730" v="2106" actId="478"/>
          <ac:spMkLst>
            <pc:docMk/>
            <pc:sldMk cId="975471058" sldId="288"/>
            <ac:spMk id="4" creationId="{625ED786-A584-D039-40C6-41BD3E83C7C5}"/>
          </ac:spMkLst>
        </pc:spChg>
        <pc:spChg chg="del">
          <ac:chgData name="Elias Zakaria Mohellebi" userId="56af4c4a-6968-4862-9093-57b2055c8dd8" providerId="ADAL" clId="{1E1FDC68-94F7-5A2E-B020-A4526CA46D83}" dt="2026-10-13T04:06:29.055" v="2082" actId="478"/>
          <ac:spMkLst>
            <pc:docMk/>
            <pc:sldMk cId="975471058" sldId="288"/>
            <ac:spMk id="5" creationId="{64002CA0-BD3C-B59E-67CE-45BA79E31C4F}"/>
          </ac:spMkLst>
        </pc:spChg>
        <pc:spChg chg="del">
          <ac:chgData name="Elias Zakaria Mohellebi" userId="56af4c4a-6968-4862-9093-57b2055c8dd8" providerId="ADAL" clId="{1E1FDC68-94F7-5A2E-B020-A4526CA46D83}" dt="2026-10-13T04:06:30.967" v="2083" actId="478"/>
          <ac:spMkLst>
            <pc:docMk/>
            <pc:sldMk cId="975471058" sldId="288"/>
            <ac:spMk id="6" creationId="{38A20515-51EC-1024-F459-E44E39A25A30}"/>
          </ac:spMkLst>
        </pc:spChg>
        <pc:spChg chg="add mod">
          <ac:chgData name="Elias Zakaria Mohellebi" userId="56af4c4a-6968-4862-9093-57b2055c8dd8" providerId="ADAL" clId="{1E1FDC68-94F7-5A2E-B020-A4526CA46D83}" dt="2026-10-13T04:07:45.013" v="2093"/>
          <ac:spMkLst>
            <pc:docMk/>
            <pc:sldMk cId="975471058" sldId="288"/>
            <ac:spMk id="8" creationId="{C4B2539F-C386-4D72-A93F-75DD46BA231A}"/>
          </ac:spMkLst>
        </pc:spChg>
        <pc:spChg chg="mod">
          <ac:chgData name="Elias Zakaria Mohellebi" userId="56af4c4a-6968-4862-9093-57b2055c8dd8" providerId="ADAL" clId="{1E1FDC68-94F7-5A2E-B020-A4526CA46D83}" dt="2026-10-13T06:18:04.256" v="2716" actId="20577"/>
          <ac:spMkLst>
            <pc:docMk/>
            <pc:sldMk cId="975471058" sldId="288"/>
            <ac:spMk id="9" creationId="{D26B9800-3645-F5CA-AEF5-3329AB88C146}"/>
          </ac:spMkLst>
        </pc:spChg>
        <pc:spChg chg="del mod">
          <ac:chgData name="Elias Zakaria Mohellebi" userId="56af4c4a-6968-4862-9093-57b2055c8dd8" providerId="ADAL" clId="{1E1FDC68-94F7-5A2E-B020-A4526CA46D83}" dt="2026-10-13T08:56:08.452" v="3955" actId="478"/>
          <ac:spMkLst>
            <pc:docMk/>
            <pc:sldMk cId="975471058" sldId="288"/>
            <ac:spMk id="10" creationId="{E8EC0263-69DC-687C-5173-4ACF1C0872B2}"/>
          </ac:spMkLst>
        </pc:spChg>
        <pc:spChg chg="add mod">
          <ac:chgData name="Elias Zakaria Mohellebi" userId="56af4c4a-6968-4862-9093-57b2055c8dd8" providerId="ADAL" clId="{1E1FDC68-94F7-5A2E-B020-A4526CA46D83}" dt="2026-10-13T04:07:45.013" v="2093"/>
          <ac:spMkLst>
            <pc:docMk/>
            <pc:sldMk cId="975471058" sldId="288"/>
            <ac:spMk id="12" creationId="{0AD8AFD8-B916-AA48-00DE-BEAC030A5687}"/>
          </ac:spMkLst>
        </pc:spChg>
        <pc:spChg chg="add mod">
          <ac:chgData name="Elias Zakaria Mohellebi" userId="56af4c4a-6968-4862-9093-57b2055c8dd8" providerId="ADAL" clId="{1E1FDC68-94F7-5A2E-B020-A4526CA46D83}" dt="2026-10-13T04:07:45.013" v="2093"/>
          <ac:spMkLst>
            <pc:docMk/>
            <pc:sldMk cId="975471058" sldId="288"/>
            <ac:spMk id="13" creationId="{EC11AB30-2CCA-2E64-D543-AA889F9F1AAE}"/>
          </ac:spMkLst>
        </pc:spChg>
        <pc:spChg chg="add mod">
          <ac:chgData name="Elias Zakaria Mohellebi" userId="56af4c4a-6968-4862-9093-57b2055c8dd8" providerId="ADAL" clId="{1E1FDC68-94F7-5A2E-B020-A4526CA46D83}" dt="2026-10-13T08:57:30.165" v="4033" actId="20577"/>
          <ac:spMkLst>
            <pc:docMk/>
            <pc:sldMk cId="975471058" sldId="288"/>
            <ac:spMk id="14" creationId="{B1121589-CF82-FC56-0419-C34E7760E634}"/>
          </ac:spMkLst>
        </pc:spChg>
        <pc:picChg chg="add mod">
          <ac:chgData name="Elias Zakaria Mohellebi" userId="56af4c4a-6968-4862-9093-57b2055c8dd8" providerId="ADAL" clId="{1E1FDC68-94F7-5A2E-B020-A4526CA46D83}" dt="2026-10-13T04:08:23.848" v="2103" actId="1035"/>
          <ac:picMkLst>
            <pc:docMk/>
            <pc:sldMk cId="975471058" sldId="288"/>
            <ac:picMk id="7" creationId="{6E72F9DB-600E-9830-309D-D11E3AA0BF64}"/>
          </ac:picMkLst>
        </pc:picChg>
        <pc:picChg chg="del">
          <ac:chgData name="Elias Zakaria Mohellebi" userId="56af4c4a-6968-4862-9093-57b2055c8dd8" providerId="ADAL" clId="{1E1FDC68-94F7-5A2E-B020-A4526CA46D83}" dt="2026-10-13T04:05:45.608" v="2078" actId="478"/>
          <ac:picMkLst>
            <pc:docMk/>
            <pc:sldMk cId="975471058" sldId="288"/>
            <ac:picMk id="11" creationId="{1F9762C0-D03B-58DE-A926-13B7C4326977}"/>
          </ac:picMkLst>
        </pc:picChg>
      </pc:sldChg>
      <pc:sldChg chg="new del">
        <pc:chgData name="Elias Zakaria Mohellebi" userId="56af4c4a-6968-4862-9093-57b2055c8dd8" providerId="ADAL" clId="{1E1FDC68-94F7-5A2E-B020-A4526CA46D83}" dt="2026-10-13T04:05:36.824" v="2076" actId="680"/>
        <pc:sldMkLst>
          <pc:docMk/>
          <pc:sldMk cId="1320578491" sldId="288"/>
        </pc:sldMkLst>
      </pc:sldChg>
      <pc:sldChg chg="addSp delSp modSp add mod ord">
        <pc:chgData name="Elias Zakaria Mohellebi" userId="56af4c4a-6968-4862-9093-57b2055c8dd8" providerId="ADAL" clId="{1E1FDC68-94F7-5A2E-B020-A4526CA46D83}" dt="2026-10-13T09:07:43.701" v="4165" actId="20577"/>
        <pc:sldMkLst>
          <pc:docMk/>
          <pc:sldMk cId="3902083234" sldId="289"/>
        </pc:sldMkLst>
        <pc:spChg chg="mod">
          <ac:chgData name="Elias Zakaria Mohellebi" userId="56af4c4a-6968-4862-9093-57b2055c8dd8" providerId="ADAL" clId="{1E1FDC68-94F7-5A2E-B020-A4526CA46D83}" dt="2026-10-13T09:07:43.701" v="4165" actId="20577"/>
          <ac:spMkLst>
            <pc:docMk/>
            <pc:sldMk cId="3902083234" sldId="289"/>
            <ac:spMk id="2" creationId="{B4C34955-45FF-78C6-4F0C-A40534BBD813}"/>
          </ac:spMkLst>
        </pc:spChg>
        <pc:spChg chg="add mod">
          <ac:chgData name="Elias Zakaria Mohellebi" userId="56af4c4a-6968-4862-9093-57b2055c8dd8" providerId="ADAL" clId="{1E1FDC68-94F7-5A2E-B020-A4526CA46D83}" dt="2026-10-13T06:10:22.177" v="2633"/>
          <ac:spMkLst>
            <pc:docMk/>
            <pc:sldMk cId="3902083234" sldId="289"/>
            <ac:spMk id="5" creationId="{C4C5CCDA-4E61-09A9-8458-7476E9962D6E}"/>
          </ac:spMkLst>
        </pc:spChg>
        <pc:spChg chg="add mod">
          <ac:chgData name="Elias Zakaria Mohellebi" userId="56af4c4a-6968-4862-9093-57b2055c8dd8" providerId="ADAL" clId="{1E1FDC68-94F7-5A2E-B020-A4526CA46D83}" dt="2026-10-13T06:10:22.177" v="2633"/>
          <ac:spMkLst>
            <pc:docMk/>
            <pc:sldMk cId="3902083234" sldId="289"/>
            <ac:spMk id="6" creationId="{BD3FED44-ED29-7F0D-D3E0-7E66D1A4E396}"/>
          </ac:spMkLst>
        </pc:spChg>
        <pc:spChg chg="del">
          <ac:chgData name="Elias Zakaria Mohellebi" userId="56af4c4a-6968-4862-9093-57b2055c8dd8" providerId="ADAL" clId="{1E1FDC68-94F7-5A2E-B020-A4526CA46D83}" dt="2026-10-13T06:10:21.568" v="2632" actId="478"/>
          <ac:spMkLst>
            <pc:docMk/>
            <pc:sldMk cId="3902083234" sldId="289"/>
            <ac:spMk id="8" creationId="{93B4D8FC-EE3F-0932-1F67-AA5762020EBA}"/>
          </ac:spMkLst>
        </pc:spChg>
        <pc:spChg chg="mod">
          <ac:chgData name="Elias Zakaria Mohellebi" userId="56af4c4a-6968-4862-9093-57b2055c8dd8" providerId="ADAL" clId="{1E1FDC68-94F7-5A2E-B020-A4526CA46D83}" dt="2026-10-13T06:18:20.545" v="2728" actId="20577"/>
          <ac:spMkLst>
            <pc:docMk/>
            <pc:sldMk cId="3902083234" sldId="289"/>
            <ac:spMk id="9" creationId="{7A18967E-95A0-D166-B239-5000CB744C4C}"/>
          </ac:spMkLst>
        </pc:spChg>
        <pc:spChg chg="del">
          <ac:chgData name="Elias Zakaria Mohellebi" userId="56af4c4a-6968-4862-9093-57b2055c8dd8" providerId="ADAL" clId="{1E1FDC68-94F7-5A2E-B020-A4526CA46D83}" dt="2026-10-13T09:06:43.617" v="4145" actId="478"/>
          <ac:spMkLst>
            <pc:docMk/>
            <pc:sldMk cId="3902083234" sldId="289"/>
            <ac:spMk id="10" creationId="{656C8E57-DD28-6574-C836-37889DE63821}"/>
          </ac:spMkLst>
        </pc:spChg>
        <pc:spChg chg="add mod">
          <ac:chgData name="Elias Zakaria Mohellebi" userId="56af4c4a-6968-4862-9093-57b2055c8dd8" providerId="ADAL" clId="{1E1FDC68-94F7-5A2E-B020-A4526CA46D83}" dt="2026-10-13T06:10:22.177" v="2633"/>
          <ac:spMkLst>
            <pc:docMk/>
            <pc:sldMk cId="3902083234" sldId="289"/>
            <ac:spMk id="11" creationId="{3CA5C4F3-1112-7323-4076-CCB83CBC08E2}"/>
          </ac:spMkLst>
        </pc:spChg>
        <pc:spChg chg="del">
          <ac:chgData name="Elias Zakaria Mohellebi" userId="56af4c4a-6968-4862-9093-57b2055c8dd8" providerId="ADAL" clId="{1E1FDC68-94F7-5A2E-B020-A4526CA46D83}" dt="2026-10-13T06:10:21.568" v="2632" actId="478"/>
          <ac:spMkLst>
            <pc:docMk/>
            <pc:sldMk cId="3902083234" sldId="289"/>
            <ac:spMk id="12" creationId="{E8BA6B1F-E1D4-6531-5381-32272971E39F}"/>
          </ac:spMkLst>
        </pc:spChg>
        <pc:spChg chg="del">
          <ac:chgData name="Elias Zakaria Mohellebi" userId="56af4c4a-6968-4862-9093-57b2055c8dd8" providerId="ADAL" clId="{1E1FDC68-94F7-5A2E-B020-A4526CA46D83}" dt="2026-10-13T06:10:21.568" v="2632" actId="478"/>
          <ac:spMkLst>
            <pc:docMk/>
            <pc:sldMk cId="3902083234" sldId="289"/>
            <ac:spMk id="13" creationId="{5D3C45D9-1405-9728-44AD-3B67DEBCE373}"/>
          </ac:spMkLst>
        </pc:spChg>
        <pc:spChg chg="add mod">
          <ac:chgData name="Elias Zakaria Mohellebi" userId="56af4c4a-6968-4862-9093-57b2055c8dd8" providerId="ADAL" clId="{1E1FDC68-94F7-5A2E-B020-A4526CA46D83}" dt="2026-10-13T09:07:18.762" v="4159" actId="20577"/>
          <ac:spMkLst>
            <pc:docMk/>
            <pc:sldMk cId="3902083234" sldId="289"/>
            <ac:spMk id="14" creationId="{53EBFD39-609A-C832-6A71-81F2D3B46E42}"/>
          </ac:spMkLst>
        </pc:spChg>
        <pc:picChg chg="add mod">
          <ac:chgData name="Elias Zakaria Mohellebi" userId="56af4c4a-6968-4862-9093-57b2055c8dd8" providerId="ADAL" clId="{1E1FDC68-94F7-5A2E-B020-A4526CA46D83}" dt="2026-10-13T04:48:59.501" v="2122" actId="14100"/>
          <ac:picMkLst>
            <pc:docMk/>
            <pc:sldMk cId="3902083234" sldId="289"/>
            <ac:picMk id="4" creationId="{DF4406B5-6708-AA7A-E6EE-3FBFF3D2BE63}"/>
          </ac:picMkLst>
        </pc:picChg>
        <pc:picChg chg="del">
          <ac:chgData name="Elias Zakaria Mohellebi" userId="56af4c4a-6968-4862-9093-57b2055c8dd8" providerId="ADAL" clId="{1E1FDC68-94F7-5A2E-B020-A4526CA46D83}" dt="2026-10-13T04:48:56.849" v="2121" actId="478"/>
          <ac:picMkLst>
            <pc:docMk/>
            <pc:sldMk cId="3902083234" sldId="289"/>
            <ac:picMk id="7" creationId="{6574FD91-F4ED-0DC4-576F-299C674004F6}"/>
          </ac:picMkLst>
        </pc:picChg>
      </pc:sldChg>
      <pc:sldChg chg="addSp delSp modSp add del mod ord modNotesTx">
        <pc:chgData name="Elias Zakaria Mohellebi" userId="56af4c4a-6968-4862-9093-57b2055c8dd8" providerId="ADAL" clId="{1E1FDC68-94F7-5A2E-B020-A4526CA46D83}" dt="2026-10-14T07:49:24.856" v="4719" actId="2696"/>
        <pc:sldMkLst>
          <pc:docMk/>
          <pc:sldMk cId="3596349946" sldId="290"/>
        </pc:sldMkLst>
        <pc:spChg chg="mod">
          <ac:chgData name="Elias Zakaria Mohellebi" userId="56af4c4a-6968-4862-9093-57b2055c8dd8" providerId="ADAL" clId="{1E1FDC68-94F7-5A2E-B020-A4526CA46D83}" dt="2026-10-13T09:05:49.595" v="4140" actId="20577"/>
          <ac:spMkLst>
            <pc:docMk/>
            <pc:sldMk cId="3596349946" sldId="290"/>
            <ac:spMk id="2" creationId="{F86E9A13-F4D5-B23D-D74E-39E7C6526A46}"/>
          </ac:spMkLst>
        </pc:spChg>
        <pc:spChg chg="add mod">
          <ac:chgData name="Elias Zakaria Mohellebi" userId="56af4c4a-6968-4862-9093-57b2055c8dd8" providerId="ADAL" clId="{1E1FDC68-94F7-5A2E-B020-A4526CA46D83}" dt="2026-10-13T06:10:30.507" v="2635"/>
          <ac:spMkLst>
            <pc:docMk/>
            <pc:sldMk cId="3596349946" sldId="290"/>
            <ac:spMk id="5" creationId="{91534487-63F8-FBA3-E6DA-C8594052A5A4}"/>
          </ac:spMkLst>
        </pc:spChg>
        <pc:spChg chg="add mod">
          <ac:chgData name="Elias Zakaria Mohellebi" userId="56af4c4a-6968-4862-9093-57b2055c8dd8" providerId="ADAL" clId="{1E1FDC68-94F7-5A2E-B020-A4526CA46D83}" dt="2026-10-13T06:10:30.507" v="2635"/>
          <ac:spMkLst>
            <pc:docMk/>
            <pc:sldMk cId="3596349946" sldId="290"/>
            <ac:spMk id="6" creationId="{726EFC5A-C3DA-7372-BC89-EA8AA0382F4F}"/>
          </ac:spMkLst>
        </pc:spChg>
        <pc:spChg chg="del">
          <ac:chgData name="Elias Zakaria Mohellebi" userId="56af4c4a-6968-4862-9093-57b2055c8dd8" providerId="ADAL" clId="{1E1FDC68-94F7-5A2E-B020-A4526CA46D83}" dt="2026-10-13T06:10:29.318" v="2634" actId="478"/>
          <ac:spMkLst>
            <pc:docMk/>
            <pc:sldMk cId="3596349946" sldId="290"/>
            <ac:spMk id="8" creationId="{A56AEA5E-ECDD-33A8-0E27-C569DF1B5249}"/>
          </ac:spMkLst>
        </pc:spChg>
        <pc:spChg chg="mod">
          <ac:chgData name="Elias Zakaria Mohellebi" userId="56af4c4a-6968-4862-9093-57b2055c8dd8" providerId="ADAL" clId="{1E1FDC68-94F7-5A2E-B020-A4526CA46D83}" dt="2026-10-13T06:18:28.775" v="2734" actId="20577"/>
          <ac:spMkLst>
            <pc:docMk/>
            <pc:sldMk cId="3596349946" sldId="290"/>
            <ac:spMk id="9" creationId="{0D0140B3-EFB4-2447-0A36-1E982F28BE85}"/>
          </ac:spMkLst>
        </pc:spChg>
        <pc:spChg chg="del">
          <ac:chgData name="Elias Zakaria Mohellebi" userId="56af4c4a-6968-4862-9093-57b2055c8dd8" providerId="ADAL" clId="{1E1FDC68-94F7-5A2E-B020-A4526CA46D83}" dt="2026-10-13T09:03:54.752" v="4114" actId="478"/>
          <ac:spMkLst>
            <pc:docMk/>
            <pc:sldMk cId="3596349946" sldId="290"/>
            <ac:spMk id="10" creationId="{70179CF3-E3DA-7D6F-7F80-7B430CD4C5CF}"/>
          </ac:spMkLst>
        </pc:spChg>
        <pc:spChg chg="add mod">
          <ac:chgData name="Elias Zakaria Mohellebi" userId="56af4c4a-6968-4862-9093-57b2055c8dd8" providerId="ADAL" clId="{1E1FDC68-94F7-5A2E-B020-A4526CA46D83}" dt="2026-10-13T06:10:30.507" v="2635"/>
          <ac:spMkLst>
            <pc:docMk/>
            <pc:sldMk cId="3596349946" sldId="290"/>
            <ac:spMk id="11" creationId="{642E3116-F12B-2EC7-7AC8-20DBE2E6ED18}"/>
          </ac:spMkLst>
        </pc:spChg>
        <pc:spChg chg="del">
          <ac:chgData name="Elias Zakaria Mohellebi" userId="56af4c4a-6968-4862-9093-57b2055c8dd8" providerId="ADAL" clId="{1E1FDC68-94F7-5A2E-B020-A4526CA46D83}" dt="2026-10-13T06:10:29.318" v="2634" actId="478"/>
          <ac:spMkLst>
            <pc:docMk/>
            <pc:sldMk cId="3596349946" sldId="290"/>
            <ac:spMk id="12" creationId="{63C8DD7E-3D62-11BD-89E5-F2C93DAAEF9A}"/>
          </ac:spMkLst>
        </pc:spChg>
        <pc:spChg chg="del">
          <ac:chgData name="Elias Zakaria Mohellebi" userId="56af4c4a-6968-4862-9093-57b2055c8dd8" providerId="ADAL" clId="{1E1FDC68-94F7-5A2E-B020-A4526CA46D83}" dt="2026-10-13T06:10:29.318" v="2634" actId="478"/>
          <ac:spMkLst>
            <pc:docMk/>
            <pc:sldMk cId="3596349946" sldId="290"/>
            <ac:spMk id="13" creationId="{22C9C7C2-0FCA-0AEC-8BEB-6E2A614DC359}"/>
          </ac:spMkLst>
        </pc:spChg>
        <pc:spChg chg="add mod">
          <ac:chgData name="Elias Zakaria Mohellebi" userId="56af4c4a-6968-4862-9093-57b2055c8dd8" providerId="ADAL" clId="{1E1FDC68-94F7-5A2E-B020-A4526CA46D83}" dt="2026-10-13T09:05:18.682" v="4136" actId="14100"/>
          <ac:spMkLst>
            <pc:docMk/>
            <pc:sldMk cId="3596349946" sldId="290"/>
            <ac:spMk id="14" creationId="{D091F5B7-33DB-09B2-D253-F4C0BF0834DE}"/>
          </ac:spMkLst>
        </pc:spChg>
        <pc:picChg chg="add mod">
          <ac:chgData name="Elias Zakaria Mohellebi" userId="56af4c4a-6968-4862-9093-57b2055c8dd8" providerId="ADAL" clId="{1E1FDC68-94F7-5A2E-B020-A4526CA46D83}" dt="2026-10-13T09:05:03.809" v="4132" actId="14100"/>
          <ac:picMkLst>
            <pc:docMk/>
            <pc:sldMk cId="3596349946" sldId="290"/>
            <ac:picMk id="4" creationId="{39876213-12CC-0942-D8A6-500433323554}"/>
          </ac:picMkLst>
        </pc:picChg>
        <pc:picChg chg="del">
          <ac:chgData name="Elias Zakaria Mohellebi" userId="56af4c4a-6968-4862-9093-57b2055c8dd8" providerId="ADAL" clId="{1E1FDC68-94F7-5A2E-B020-A4526CA46D83}" dt="2026-10-13T04:19:20.965" v="2113" actId="478"/>
          <ac:picMkLst>
            <pc:docMk/>
            <pc:sldMk cId="3596349946" sldId="290"/>
            <ac:picMk id="7" creationId="{AB962A76-8521-9326-27A7-2BE1CD8EA31F}"/>
          </ac:picMkLst>
        </pc:picChg>
      </pc:sldChg>
      <pc:sldChg chg="addSp modSp new del">
        <pc:chgData name="Elias Zakaria Mohellebi" userId="56af4c4a-6968-4862-9093-57b2055c8dd8" providerId="ADAL" clId="{1E1FDC68-94F7-5A2E-B020-A4526CA46D83}" dt="2026-10-14T13:23:07.874" v="4734" actId="2696"/>
        <pc:sldMkLst>
          <pc:docMk/>
          <pc:sldMk cId="315287114" sldId="291"/>
        </pc:sldMkLst>
        <pc:picChg chg="add mod">
          <ac:chgData name="Elias Zakaria Mohellebi" userId="56af4c4a-6968-4862-9093-57b2055c8dd8" providerId="ADAL" clId="{1E1FDC68-94F7-5A2E-B020-A4526CA46D83}" dt="2026-10-13T06:15:31.339" v="2662"/>
          <ac:picMkLst>
            <pc:docMk/>
            <pc:sldMk cId="315287114" sldId="291"/>
            <ac:picMk id="2" creationId="{56700519-4E0A-91CE-DC72-F4C67B88D8AE}"/>
          </ac:picMkLst>
        </pc:picChg>
      </pc:sldChg>
      <pc:sldChg chg="delSp modSp add mod modNotesTx">
        <pc:chgData name="Elias Zakaria Mohellebi" userId="56af4c4a-6968-4862-9093-57b2055c8dd8" providerId="ADAL" clId="{1E1FDC68-94F7-5A2E-B020-A4526CA46D83}" dt="2026-10-13T08:52:53.190" v="3911" actId="20577"/>
        <pc:sldMkLst>
          <pc:docMk/>
          <pc:sldMk cId="3730845187" sldId="292"/>
        </pc:sldMkLst>
        <pc:spChg chg="mod">
          <ac:chgData name="Elias Zakaria Mohellebi" userId="56af4c4a-6968-4862-9093-57b2055c8dd8" providerId="ADAL" clId="{1E1FDC68-94F7-5A2E-B020-A4526CA46D83}" dt="2026-10-13T08:44:00.005" v="3773" actId="20577"/>
          <ac:spMkLst>
            <pc:docMk/>
            <pc:sldMk cId="3730845187" sldId="292"/>
            <ac:spMk id="2" creationId="{9B89A914-DB09-3390-C047-FF385B2AD2FA}"/>
          </ac:spMkLst>
        </pc:spChg>
        <pc:spChg chg="mod">
          <ac:chgData name="Elias Zakaria Mohellebi" userId="56af4c4a-6968-4862-9093-57b2055c8dd8" providerId="ADAL" clId="{1E1FDC68-94F7-5A2E-B020-A4526CA46D83}" dt="2026-10-13T06:05:49.501" v="2609" actId="207"/>
          <ac:spMkLst>
            <pc:docMk/>
            <pc:sldMk cId="3730845187" sldId="292"/>
            <ac:spMk id="4" creationId="{108B0F0F-364A-AA27-69AB-CB9B3DE86A34}"/>
          </ac:spMkLst>
        </pc:spChg>
        <pc:spChg chg="mod">
          <ac:chgData name="Elias Zakaria Mohellebi" userId="56af4c4a-6968-4862-9093-57b2055c8dd8" providerId="ADAL" clId="{1E1FDC68-94F7-5A2E-B020-A4526CA46D83}" dt="2026-10-13T05:53:24.159" v="2277" actId="20577"/>
          <ac:spMkLst>
            <pc:docMk/>
            <pc:sldMk cId="3730845187" sldId="292"/>
            <ac:spMk id="9" creationId="{F92F8A0E-9580-845A-F1B3-972A01DF3F9C}"/>
          </ac:spMkLst>
        </pc:spChg>
        <pc:spChg chg="del mod">
          <ac:chgData name="Elias Zakaria Mohellebi" userId="56af4c4a-6968-4862-9093-57b2055c8dd8" providerId="ADAL" clId="{1E1FDC68-94F7-5A2E-B020-A4526CA46D83}" dt="2026-10-13T06:05:45.341" v="2608" actId="478"/>
          <ac:spMkLst>
            <pc:docMk/>
            <pc:sldMk cId="3730845187" sldId="292"/>
            <ac:spMk id="10" creationId="{FFA04CC4-A54B-C608-9DFE-980B86C202B6}"/>
          </ac:spMkLst>
        </pc:spChg>
        <pc:picChg chg="del">
          <ac:chgData name="Elias Zakaria Mohellebi" userId="56af4c4a-6968-4862-9093-57b2055c8dd8" providerId="ADAL" clId="{1E1FDC68-94F7-5A2E-B020-A4526CA46D83}" dt="2026-10-13T06:05:43.098" v="2606" actId="478"/>
          <ac:picMkLst>
            <pc:docMk/>
            <pc:sldMk cId="3730845187" sldId="292"/>
            <ac:picMk id="11" creationId="{C1574793-35DE-CC72-7E48-C603E0C8CFA2}"/>
          </ac:picMkLst>
        </pc:picChg>
      </pc:sldChg>
      <pc:sldChg chg="add del">
        <pc:chgData name="Elias Zakaria Mohellebi" userId="56af4c4a-6968-4862-9093-57b2055c8dd8" providerId="ADAL" clId="{1E1FDC68-94F7-5A2E-B020-A4526CA46D83}" dt="2026-10-13T06:09:26.431" v="2631" actId="2696"/>
        <pc:sldMkLst>
          <pc:docMk/>
          <pc:sldMk cId="1691217499" sldId="293"/>
        </pc:sldMkLst>
      </pc:sldChg>
      <pc:sldChg chg="add del">
        <pc:chgData name="Elias Zakaria Mohellebi" userId="56af4c4a-6968-4862-9093-57b2055c8dd8" providerId="ADAL" clId="{1E1FDC68-94F7-5A2E-B020-A4526CA46D83}" dt="2026-10-13T05:48:06.987" v="2265" actId="2696"/>
        <pc:sldMkLst>
          <pc:docMk/>
          <pc:sldMk cId="3269299768" sldId="293"/>
        </pc:sldMkLst>
      </pc:sldChg>
      <pc:sldChg chg="addSp delSp modSp add del mod modNotesTx">
        <pc:chgData name="Elias Zakaria Mohellebi" userId="56af4c4a-6968-4862-9093-57b2055c8dd8" providerId="ADAL" clId="{1E1FDC68-94F7-5A2E-B020-A4526CA46D83}" dt="2026-10-14T05:28:01.028" v="4710" actId="2696"/>
        <pc:sldMkLst>
          <pc:docMk/>
          <pc:sldMk cId="1273919780" sldId="294"/>
        </pc:sldMkLst>
        <pc:spChg chg="mod">
          <ac:chgData name="Elias Zakaria Mohellebi" userId="56af4c4a-6968-4862-9093-57b2055c8dd8" providerId="ADAL" clId="{1E1FDC68-94F7-5A2E-B020-A4526CA46D83}" dt="2026-10-13T08:43:25.065" v="3771" actId="20577"/>
          <ac:spMkLst>
            <pc:docMk/>
            <pc:sldMk cId="1273919780" sldId="294"/>
            <ac:spMk id="2" creationId="{72341523-EF79-3AF4-072A-4590A6DA0E39}"/>
          </ac:spMkLst>
        </pc:spChg>
        <pc:spChg chg="mod">
          <ac:chgData name="Elias Zakaria Mohellebi" userId="56af4c4a-6968-4862-9093-57b2055c8dd8" providerId="ADAL" clId="{1E1FDC68-94F7-5A2E-B020-A4526CA46D83}" dt="2026-10-13T06:16:16.942" v="2677" actId="20577"/>
          <ac:spMkLst>
            <pc:docMk/>
            <pc:sldMk cId="1273919780" sldId="294"/>
            <ac:spMk id="3" creationId="{FBC6F72A-33E2-4841-A3B4-A2C09FAC6297}"/>
          </ac:spMkLst>
        </pc:spChg>
        <pc:spChg chg="mod">
          <ac:chgData name="Elias Zakaria Mohellebi" userId="56af4c4a-6968-4862-9093-57b2055c8dd8" providerId="ADAL" clId="{1E1FDC68-94F7-5A2E-B020-A4526CA46D83}" dt="2026-10-13T06:01:54.416" v="2467" actId="1076"/>
          <ac:spMkLst>
            <pc:docMk/>
            <pc:sldMk cId="1273919780" sldId="294"/>
            <ac:spMk id="4" creationId="{12DA5CF2-A948-CE10-A0DD-1F303385A373}"/>
          </ac:spMkLst>
        </pc:spChg>
        <pc:spChg chg="del">
          <ac:chgData name="Elias Zakaria Mohellebi" userId="56af4c4a-6968-4862-9093-57b2055c8dd8" providerId="ADAL" clId="{1E1FDC68-94F7-5A2E-B020-A4526CA46D83}" dt="2026-10-13T06:00:39.623" v="2428" actId="478"/>
          <ac:spMkLst>
            <pc:docMk/>
            <pc:sldMk cId="1273919780" sldId="294"/>
            <ac:spMk id="13" creationId="{1698613F-C9C4-AC07-6C19-A23F524155B5}"/>
          </ac:spMkLst>
        </pc:spChg>
        <pc:spChg chg="del">
          <ac:chgData name="Elias Zakaria Mohellebi" userId="56af4c4a-6968-4862-9093-57b2055c8dd8" providerId="ADAL" clId="{1E1FDC68-94F7-5A2E-B020-A4526CA46D83}" dt="2026-10-13T06:00:39.623" v="2428" actId="478"/>
          <ac:spMkLst>
            <pc:docMk/>
            <pc:sldMk cId="1273919780" sldId="294"/>
            <ac:spMk id="14" creationId="{BB5B4BEF-0035-8B2E-A212-C17BAA25C787}"/>
          </ac:spMkLst>
        </pc:spChg>
        <pc:picChg chg="add del">
          <ac:chgData name="Elias Zakaria Mohellebi" userId="56af4c4a-6968-4862-9093-57b2055c8dd8" providerId="ADAL" clId="{1E1FDC68-94F7-5A2E-B020-A4526CA46D83}" dt="2026-10-13T06:01:10.263" v="2430" actId="478"/>
          <ac:picMkLst>
            <pc:docMk/>
            <pc:sldMk cId="1273919780" sldId="294"/>
            <ac:picMk id="5" creationId="{480E6690-4D2C-39A8-C8E8-6B7F0B5825ED}"/>
          </ac:picMkLst>
        </pc:picChg>
        <pc:picChg chg="add mod">
          <ac:chgData name="Elias Zakaria Mohellebi" userId="56af4c4a-6968-4862-9093-57b2055c8dd8" providerId="ADAL" clId="{1E1FDC68-94F7-5A2E-B020-A4526CA46D83}" dt="2026-10-13T06:03:29.473" v="2515" actId="14100"/>
          <ac:picMkLst>
            <pc:docMk/>
            <pc:sldMk cId="1273919780" sldId="294"/>
            <ac:picMk id="6" creationId="{14C2488C-01B6-A190-C0D9-EC2A75E890C6}"/>
          </ac:picMkLst>
        </pc:picChg>
        <pc:picChg chg="del">
          <ac:chgData name="Elias Zakaria Mohellebi" userId="56af4c4a-6968-4862-9093-57b2055c8dd8" providerId="ADAL" clId="{1E1FDC68-94F7-5A2E-B020-A4526CA46D83}" dt="2026-10-13T06:00:36.322" v="2427" actId="478"/>
          <ac:picMkLst>
            <pc:docMk/>
            <pc:sldMk cId="1273919780" sldId="294"/>
            <ac:picMk id="12" creationId="{85F55EA0-81CF-5FE9-512E-B0E2DAD00E43}"/>
          </ac:picMkLst>
        </pc:picChg>
      </pc:sldChg>
      <pc:sldChg chg="delSp modSp add mod modNotesTx">
        <pc:chgData name="Elias Zakaria Mohellebi" userId="56af4c4a-6968-4862-9093-57b2055c8dd8" providerId="ADAL" clId="{1E1FDC68-94F7-5A2E-B020-A4526CA46D83}" dt="2026-10-14T07:46:56.705" v="4712" actId="478"/>
        <pc:sldMkLst>
          <pc:docMk/>
          <pc:sldMk cId="371790062" sldId="295"/>
        </pc:sldMkLst>
        <pc:spChg chg="mod">
          <ac:chgData name="Elias Zakaria Mohellebi" userId="56af4c4a-6968-4862-9093-57b2055c8dd8" providerId="ADAL" clId="{1E1FDC68-94F7-5A2E-B020-A4526CA46D83}" dt="2026-10-13T08:44:10.759" v="3774" actId="20577"/>
          <ac:spMkLst>
            <pc:docMk/>
            <pc:sldMk cId="371790062" sldId="295"/>
            <ac:spMk id="2" creationId="{311644FF-7C71-3687-8095-7626635765EB}"/>
          </ac:spMkLst>
        </pc:spChg>
        <pc:spChg chg="del">
          <ac:chgData name="Elias Zakaria Mohellebi" userId="56af4c4a-6968-4862-9093-57b2055c8dd8" providerId="ADAL" clId="{1E1FDC68-94F7-5A2E-B020-A4526CA46D83}" dt="2026-10-14T07:46:56.705" v="4712" actId="478"/>
          <ac:spMkLst>
            <pc:docMk/>
            <pc:sldMk cId="371790062" sldId="295"/>
            <ac:spMk id="10" creationId="{EEEC99B0-76CB-045D-6AE0-9046CDCFE407}"/>
          </ac:spMkLst>
        </pc:spChg>
        <pc:picChg chg="del">
          <ac:chgData name="Elias Zakaria Mohellebi" userId="56af4c4a-6968-4862-9093-57b2055c8dd8" providerId="ADAL" clId="{1E1FDC68-94F7-5A2E-B020-A4526CA46D83}" dt="2026-10-14T07:46:55.229" v="4711" actId="478"/>
          <ac:picMkLst>
            <pc:docMk/>
            <pc:sldMk cId="371790062" sldId="295"/>
            <ac:picMk id="11" creationId="{41B920AD-5B33-B3A6-1A4C-E6F13CFB5425}"/>
          </ac:picMkLst>
        </pc:picChg>
      </pc:sldChg>
      <pc:sldChg chg="addSp delSp modSp add del mod">
        <pc:chgData name="Elias Zakaria Mohellebi" userId="56af4c4a-6968-4862-9093-57b2055c8dd8" providerId="ADAL" clId="{1E1FDC68-94F7-5A2E-B020-A4526CA46D83}" dt="2026-10-13T06:09:19.592" v="2630" actId="2696"/>
        <pc:sldMkLst>
          <pc:docMk/>
          <pc:sldMk cId="624220699" sldId="296"/>
        </pc:sldMkLst>
        <pc:picChg chg="add del">
          <ac:chgData name="Elias Zakaria Mohellebi" userId="56af4c4a-6968-4862-9093-57b2055c8dd8" providerId="ADAL" clId="{1E1FDC68-94F7-5A2E-B020-A4526CA46D83}" dt="2026-10-13T06:07:36.611" v="2614" actId="478"/>
          <ac:picMkLst>
            <pc:docMk/>
            <pc:sldMk cId="624220699" sldId="296"/>
            <ac:picMk id="7" creationId="{186D8806-3351-72F7-035B-8A78A3460319}"/>
          </ac:picMkLst>
        </pc:picChg>
        <pc:picChg chg="add del mod">
          <ac:chgData name="Elias Zakaria Mohellebi" userId="56af4c4a-6968-4862-9093-57b2055c8dd8" providerId="ADAL" clId="{1E1FDC68-94F7-5A2E-B020-A4526CA46D83}" dt="2026-10-13T06:08:01.937" v="2618" actId="21"/>
          <ac:picMkLst>
            <pc:docMk/>
            <pc:sldMk cId="624220699" sldId="296"/>
            <ac:picMk id="8" creationId="{406B6EAA-0B49-8DA0-691B-1EC23C39060B}"/>
          </ac:picMkLst>
        </pc:picChg>
        <pc:picChg chg="del">
          <ac:chgData name="Elias Zakaria Mohellebi" userId="56af4c4a-6968-4862-9093-57b2055c8dd8" providerId="ADAL" clId="{1E1FDC68-94F7-5A2E-B020-A4526CA46D83}" dt="2026-10-13T06:07:32.700" v="2612" actId="478"/>
          <ac:picMkLst>
            <pc:docMk/>
            <pc:sldMk cId="624220699" sldId="296"/>
            <ac:picMk id="11" creationId="{35C10DEB-0049-5AF5-1758-79234960BB4B}"/>
          </ac:picMkLst>
        </pc:picChg>
      </pc:sldChg>
      <pc:sldChg chg="addSp delSp modSp add del mod">
        <pc:chgData name="Elias Zakaria Mohellebi" userId="56af4c4a-6968-4862-9093-57b2055c8dd8" providerId="ADAL" clId="{1E1FDC68-94F7-5A2E-B020-A4526CA46D83}" dt="2026-10-13T08:45:04.206" v="3780" actId="2696"/>
        <pc:sldMkLst>
          <pc:docMk/>
          <pc:sldMk cId="3029992373" sldId="297"/>
        </pc:sldMkLst>
        <pc:spChg chg="mod">
          <ac:chgData name="Elias Zakaria Mohellebi" userId="56af4c4a-6968-4862-9093-57b2055c8dd8" providerId="ADAL" clId="{1E1FDC68-94F7-5A2E-B020-A4526CA46D83}" dt="2026-10-13T08:44:25.460" v="3779" actId="20577"/>
          <ac:spMkLst>
            <pc:docMk/>
            <pc:sldMk cId="3029992373" sldId="297"/>
            <ac:spMk id="2" creationId="{46CBB5C1-7C93-F995-4A05-3BC395C5E0CA}"/>
          </ac:spMkLst>
        </pc:spChg>
        <pc:spChg chg="mod">
          <ac:chgData name="Elias Zakaria Mohellebi" userId="56af4c4a-6968-4862-9093-57b2055c8dd8" providerId="ADAL" clId="{1E1FDC68-94F7-5A2E-B020-A4526CA46D83}" dt="2026-10-13T06:08:46.676" v="2627" actId="1076"/>
          <ac:spMkLst>
            <pc:docMk/>
            <pc:sldMk cId="3029992373" sldId="297"/>
            <ac:spMk id="10" creationId="{0BB0A773-5077-A092-BBF3-B8B9DF1F09D9}"/>
          </ac:spMkLst>
        </pc:spChg>
        <pc:picChg chg="add mod">
          <ac:chgData name="Elias Zakaria Mohellebi" userId="56af4c4a-6968-4862-9093-57b2055c8dd8" providerId="ADAL" clId="{1E1FDC68-94F7-5A2E-B020-A4526CA46D83}" dt="2026-10-13T06:08:54.094" v="2629" actId="14100"/>
          <ac:picMkLst>
            <pc:docMk/>
            <pc:sldMk cId="3029992373" sldId="297"/>
            <ac:picMk id="7" creationId="{9CCAA39E-5378-32D8-4C83-565520C72D0F}"/>
          </ac:picMkLst>
        </pc:picChg>
        <pc:picChg chg="del">
          <ac:chgData name="Elias Zakaria Mohellebi" userId="56af4c4a-6968-4862-9093-57b2055c8dd8" providerId="ADAL" clId="{1E1FDC68-94F7-5A2E-B020-A4526CA46D83}" dt="2026-10-13T06:08:17.756" v="2621" actId="478"/>
          <ac:picMkLst>
            <pc:docMk/>
            <pc:sldMk cId="3029992373" sldId="297"/>
            <ac:picMk id="11" creationId="{1AD1CF28-ACAB-9904-7589-F78B65B82F57}"/>
          </ac:picMkLst>
        </pc:picChg>
      </pc:sldChg>
      <pc:sldChg chg="addSp delSp modSp add mod ord">
        <pc:chgData name="Elias Zakaria Mohellebi" userId="56af4c4a-6968-4862-9093-57b2055c8dd8" providerId="ADAL" clId="{1E1FDC68-94F7-5A2E-B020-A4526CA46D83}" dt="2026-10-13T09:13:00.333" v="4204" actId="478"/>
        <pc:sldMkLst>
          <pc:docMk/>
          <pc:sldMk cId="277269139" sldId="298"/>
        </pc:sldMkLst>
        <pc:spChg chg="add del mod">
          <ac:chgData name="Elias Zakaria Mohellebi" userId="56af4c4a-6968-4862-9093-57b2055c8dd8" providerId="ADAL" clId="{1E1FDC68-94F7-5A2E-B020-A4526CA46D83}" dt="2026-10-13T09:13:00.333" v="4204" actId="478"/>
          <ac:spMkLst>
            <pc:docMk/>
            <pc:sldMk cId="277269139" sldId="298"/>
            <ac:spMk id="5" creationId="{27CE37E5-B4DE-13EB-D522-A16E08BA8C8F}"/>
          </ac:spMkLst>
        </pc:spChg>
        <pc:spChg chg="mod">
          <ac:chgData name="Elias Zakaria Mohellebi" userId="56af4c4a-6968-4862-9093-57b2055c8dd8" providerId="ADAL" clId="{1E1FDC68-94F7-5A2E-B020-A4526CA46D83}" dt="2026-10-13T06:11:15.763" v="2639" actId="207"/>
          <ac:spMkLst>
            <pc:docMk/>
            <pc:sldMk cId="277269139" sldId="298"/>
            <ac:spMk id="6" creationId="{26FAF935-9D7C-D8CA-870A-7FF7C317143A}"/>
          </ac:spMkLst>
        </pc:spChg>
        <pc:spChg chg="mod">
          <ac:chgData name="Elias Zakaria Mohellebi" userId="56af4c4a-6968-4862-9093-57b2055c8dd8" providerId="ADAL" clId="{1E1FDC68-94F7-5A2E-B020-A4526CA46D83}" dt="2026-10-13T06:11:12.034" v="2638" actId="207"/>
          <ac:spMkLst>
            <pc:docMk/>
            <pc:sldMk cId="277269139" sldId="298"/>
            <ac:spMk id="8" creationId="{E67A9714-256B-99D7-C0E0-CF2A5AD6D413}"/>
          </ac:spMkLst>
        </pc:spChg>
        <pc:spChg chg="mod">
          <ac:chgData name="Elias Zakaria Mohellebi" userId="56af4c4a-6968-4862-9093-57b2055c8dd8" providerId="ADAL" clId="{1E1FDC68-94F7-5A2E-B020-A4526CA46D83}" dt="2026-10-13T06:18:34.225" v="2740" actId="20577"/>
          <ac:spMkLst>
            <pc:docMk/>
            <pc:sldMk cId="277269139" sldId="298"/>
            <ac:spMk id="9" creationId="{2C5DD4AA-FA90-CFB0-A10B-58DBCC046144}"/>
          </ac:spMkLst>
        </pc:spChg>
        <pc:spChg chg="del mod">
          <ac:chgData name="Elias Zakaria Mohellebi" userId="56af4c4a-6968-4862-9093-57b2055c8dd8" providerId="ADAL" clId="{1E1FDC68-94F7-5A2E-B020-A4526CA46D83}" dt="2026-10-13T09:11:29.617" v="4185" actId="478"/>
          <ac:spMkLst>
            <pc:docMk/>
            <pc:sldMk cId="277269139" sldId="298"/>
            <ac:spMk id="10" creationId="{28FA3093-682C-6046-992B-83E99BAFB7C6}"/>
          </ac:spMkLst>
        </pc:spChg>
        <pc:picChg chg="add del mod">
          <ac:chgData name="Elias Zakaria Mohellebi" userId="56af4c4a-6968-4862-9093-57b2055c8dd8" providerId="ADAL" clId="{1E1FDC68-94F7-5A2E-B020-A4526CA46D83}" dt="2026-10-13T09:12:58.281" v="4203" actId="478"/>
          <ac:picMkLst>
            <pc:docMk/>
            <pc:sldMk cId="277269139" sldId="298"/>
            <ac:picMk id="4" creationId="{B209D51D-8FF8-C3EF-2667-3F56D52E8A30}"/>
          </ac:picMkLst>
        </pc:picChg>
        <pc:picChg chg="del">
          <ac:chgData name="Elias Zakaria Mohellebi" userId="56af4c4a-6968-4862-9093-57b2055c8dd8" providerId="ADAL" clId="{1E1FDC68-94F7-5A2E-B020-A4526CA46D83}" dt="2026-10-13T06:12:14.483" v="2644" actId="478"/>
          <ac:picMkLst>
            <pc:docMk/>
            <pc:sldMk cId="277269139" sldId="298"/>
            <ac:picMk id="12" creationId="{E4C4A5A9-4D6E-9FF4-5F21-D3BFFC6F6910}"/>
          </ac:picMkLst>
        </pc:picChg>
      </pc:sldChg>
      <pc:sldChg chg="addSp delSp modSp add mod ord">
        <pc:chgData name="Elias Zakaria Mohellebi" userId="56af4c4a-6968-4862-9093-57b2055c8dd8" providerId="ADAL" clId="{1E1FDC68-94F7-5A2E-B020-A4526CA46D83}" dt="2026-10-14T14:12:53.830" v="4745" actId="6549"/>
        <pc:sldMkLst>
          <pc:docMk/>
          <pc:sldMk cId="3153136726" sldId="299"/>
        </pc:sldMkLst>
        <pc:spChg chg="mod">
          <ac:chgData name="Elias Zakaria Mohellebi" userId="56af4c4a-6968-4862-9093-57b2055c8dd8" providerId="ADAL" clId="{1E1FDC68-94F7-5A2E-B020-A4526CA46D83}" dt="2026-10-14T14:12:53.830" v="4745" actId="6549"/>
          <ac:spMkLst>
            <pc:docMk/>
            <pc:sldMk cId="3153136726" sldId="299"/>
            <ac:spMk id="2" creationId="{7AF6443D-9BC4-3960-18FC-6B68D94D3C6E}"/>
          </ac:spMkLst>
        </pc:spChg>
        <pc:spChg chg="del">
          <ac:chgData name="Elias Zakaria Mohellebi" userId="56af4c4a-6968-4862-9093-57b2055c8dd8" providerId="ADAL" clId="{1E1FDC68-94F7-5A2E-B020-A4526CA46D83}" dt="2026-10-13T06:13:08.484" v="2654" actId="478"/>
          <ac:spMkLst>
            <pc:docMk/>
            <pc:sldMk cId="3153136726" sldId="299"/>
            <ac:spMk id="5" creationId="{538587A1-4260-6433-84B0-4C1522123C24}"/>
          </ac:spMkLst>
        </pc:spChg>
        <pc:spChg chg="del">
          <ac:chgData name="Elias Zakaria Mohellebi" userId="56af4c4a-6968-4862-9093-57b2055c8dd8" providerId="ADAL" clId="{1E1FDC68-94F7-5A2E-B020-A4526CA46D83}" dt="2026-10-13T06:13:05.133" v="2651" actId="478"/>
          <ac:spMkLst>
            <pc:docMk/>
            <pc:sldMk cId="3153136726" sldId="299"/>
            <ac:spMk id="6" creationId="{DAEB1AD2-FEC3-C01C-D0F0-2D9CB23E150E}"/>
          </ac:spMkLst>
        </pc:spChg>
        <pc:spChg chg="add mod">
          <ac:chgData name="Elias Zakaria Mohellebi" userId="56af4c4a-6968-4862-9093-57b2055c8dd8" providerId="ADAL" clId="{1E1FDC68-94F7-5A2E-B020-A4526CA46D83}" dt="2026-10-13T06:13:09.681" v="2655"/>
          <ac:spMkLst>
            <pc:docMk/>
            <pc:sldMk cId="3153136726" sldId="299"/>
            <ac:spMk id="7" creationId="{373452CB-C421-B756-4956-4746C5155B14}"/>
          </ac:spMkLst>
        </pc:spChg>
        <pc:spChg chg="add mod">
          <ac:chgData name="Elias Zakaria Mohellebi" userId="56af4c4a-6968-4862-9093-57b2055c8dd8" providerId="ADAL" clId="{1E1FDC68-94F7-5A2E-B020-A4526CA46D83}" dt="2026-10-13T06:13:09.681" v="2655"/>
          <ac:spMkLst>
            <pc:docMk/>
            <pc:sldMk cId="3153136726" sldId="299"/>
            <ac:spMk id="8" creationId="{938FF997-7A33-358A-1EB5-5E16C82F4DB7}"/>
          </ac:spMkLst>
        </pc:spChg>
        <pc:spChg chg="mod">
          <ac:chgData name="Elias Zakaria Mohellebi" userId="56af4c4a-6968-4862-9093-57b2055c8dd8" providerId="ADAL" clId="{1E1FDC68-94F7-5A2E-B020-A4526CA46D83}" dt="2026-10-13T06:18:43.069" v="2746" actId="20577"/>
          <ac:spMkLst>
            <pc:docMk/>
            <pc:sldMk cId="3153136726" sldId="299"/>
            <ac:spMk id="9" creationId="{AD359631-BA6C-3655-1877-34E75958A07A}"/>
          </ac:spMkLst>
        </pc:spChg>
        <pc:spChg chg="del mod">
          <ac:chgData name="Elias Zakaria Mohellebi" userId="56af4c4a-6968-4862-9093-57b2055c8dd8" providerId="ADAL" clId="{1E1FDC68-94F7-5A2E-B020-A4526CA46D83}" dt="2026-10-13T06:13:07.172" v="2653" actId="478"/>
          <ac:spMkLst>
            <pc:docMk/>
            <pc:sldMk cId="3153136726" sldId="299"/>
            <ac:spMk id="11" creationId="{4596F96B-08A0-22E0-539B-50804295BEE1}"/>
          </ac:spMkLst>
        </pc:spChg>
        <pc:spChg chg="add mod">
          <ac:chgData name="Elias Zakaria Mohellebi" userId="56af4c4a-6968-4862-9093-57b2055c8dd8" providerId="ADAL" clId="{1E1FDC68-94F7-5A2E-B020-A4526CA46D83}" dt="2026-10-13T06:13:09.681" v="2655"/>
          <ac:spMkLst>
            <pc:docMk/>
            <pc:sldMk cId="3153136726" sldId="299"/>
            <ac:spMk id="12" creationId="{F3ED64F8-DBE4-A63F-B6DB-49E923B17823}"/>
          </ac:spMkLst>
        </pc:spChg>
        <pc:spChg chg="add mod">
          <ac:chgData name="Elias Zakaria Mohellebi" userId="56af4c4a-6968-4862-9093-57b2055c8dd8" providerId="ADAL" clId="{1E1FDC68-94F7-5A2E-B020-A4526CA46D83}" dt="2026-10-13T06:13:32.709" v="2656"/>
          <ac:spMkLst>
            <pc:docMk/>
            <pc:sldMk cId="3153136726" sldId="299"/>
            <ac:spMk id="13" creationId="{1C322B75-B624-C85E-2A7A-908F066DD5C5}"/>
          </ac:spMkLst>
        </pc:spChg>
        <pc:spChg chg="add mod">
          <ac:chgData name="Elias Zakaria Mohellebi" userId="56af4c4a-6968-4862-9093-57b2055c8dd8" providerId="ADAL" clId="{1E1FDC68-94F7-5A2E-B020-A4526CA46D83}" dt="2026-10-13T06:13:32.709" v="2656"/>
          <ac:spMkLst>
            <pc:docMk/>
            <pc:sldMk cId="3153136726" sldId="299"/>
            <ac:spMk id="14" creationId="{E4F975F3-4865-D410-B95A-270838F6FEB1}"/>
          </ac:spMkLst>
        </pc:spChg>
        <pc:spChg chg="add mod">
          <ac:chgData name="Elias Zakaria Mohellebi" userId="56af4c4a-6968-4862-9093-57b2055c8dd8" providerId="ADAL" clId="{1E1FDC68-94F7-5A2E-B020-A4526CA46D83}" dt="2026-10-13T06:13:32.709" v="2656"/>
          <ac:spMkLst>
            <pc:docMk/>
            <pc:sldMk cId="3153136726" sldId="299"/>
            <ac:spMk id="15" creationId="{77939E3F-DFFC-4889-B9FC-E67B5B9C78DA}"/>
          </ac:spMkLst>
        </pc:spChg>
        <pc:picChg chg="del">
          <ac:chgData name="Elias Zakaria Mohellebi" userId="56af4c4a-6968-4862-9093-57b2055c8dd8" providerId="ADAL" clId="{1E1FDC68-94F7-5A2E-B020-A4526CA46D83}" dt="2026-10-13T06:13:57.751" v="2660" actId="478"/>
          <ac:picMkLst>
            <pc:docMk/>
            <pc:sldMk cId="3153136726" sldId="299"/>
            <ac:picMk id="4" creationId="{1ADA001B-0138-BCEC-6C4C-284935A93E25}"/>
          </ac:picMkLst>
        </pc:picChg>
        <pc:picChg chg="add mod">
          <ac:chgData name="Elias Zakaria Mohellebi" userId="56af4c4a-6968-4862-9093-57b2055c8dd8" providerId="ADAL" clId="{1E1FDC68-94F7-5A2E-B020-A4526CA46D83}" dt="2026-10-13T06:14:00.940" v="2661" actId="14100"/>
          <ac:picMkLst>
            <pc:docMk/>
            <pc:sldMk cId="3153136726" sldId="299"/>
            <ac:picMk id="16" creationId="{C8285776-4164-9BD3-058E-02590863D629}"/>
          </ac:picMkLst>
        </pc:picChg>
      </pc:sldChg>
      <pc:sldChg chg="add del">
        <pc:chgData name="Elias Zakaria Mohellebi" userId="56af4c4a-6968-4862-9093-57b2055c8dd8" providerId="ADAL" clId="{1E1FDC68-94F7-5A2E-B020-A4526CA46D83}" dt="2026-10-13T06:19:28.240" v="2748" actId="2696"/>
        <pc:sldMkLst>
          <pc:docMk/>
          <pc:sldMk cId="193013288" sldId="300"/>
        </pc:sldMkLst>
      </pc:sldChg>
      <pc:sldChg chg="addSp delSp modSp add mod ord">
        <pc:chgData name="Elias Zakaria Mohellebi" userId="56af4c4a-6968-4862-9093-57b2055c8dd8" providerId="ADAL" clId="{1E1FDC68-94F7-5A2E-B020-A4526CA46D83}" dt="2026-10-13T09:26:02.034" v="4332" actId="1076"/>
        <pc:sldMkLst>
          <pc:docMk/>
          <pc:sldMk cId="3980193032" sldId="300"/>
        </pc:sldMkLst>
        <pc:spChg chg="mod">
          <ac:chgData name="Elias Zakaria Mohellebi" userId="56af4c4a-6968-4862-9093-57b2055c8dd8" providerId="ADAL" clId="{1E1FDC68-94F7-5A2E-B020-A4526CA46D83}" dt="2026-10-13T06:21:34.758" v="2823" actId="20577"/>
          <ac:spMkLst>
            <pc:docMk/>
            <pc:sldMk cId="3980193032" sldId="300"/>
            <ac:spMk id="3" creationId="{C5788345-FE3C-6FA5-A9AB-581E2359630A}"/>
          </ac:spMkLst>
        </pc:spChg>
        <pc:spChg chg="mod">
          <ac:chgData name="Elias Zakaria Mohellebi" userId="56af4c4a-6968-4862-9093-57b2055c8dd8" providerId="ADAL" clId="{1E1FDC68-94F7-5A2E-B020-A4526CA46D83}" dt="2026-10-13T09:25:23.126" v="4318" actId="1076"/>
          <ac:spMkLst>
            <pc:docMk/>
            <pc:sldMk cId="3980193032" sldId="300"/>
            <ac:spMk id="4" creationId="{C22512B7-DC9F-B0CE-2CA0-944D84C15CE3}"/>
          </ac:spMkLst>
        </pc:spChg>
        <pc:spChg chg="add mod">
          <ac:chgData name="Elias Zakaria Mohellebi" userId="56af4c4a-6968-4862-9093-57b2055c8dd8" providerId="ADAL" clId="{1E1FDC68-94F7-5A2E-B020-A4526CA46D83}" dt="2026-10-13T09:26:02.034" v="4332" actId="1076"/>
          <ac:spMkLst>
            <pc:docMk/>
            <pc:sldMk cId="3980193032" sldId="300"/>
            <ac:spMk id="7" creationId="{93AA7354-10B5-267F-F69B-96306EB664A5}"/>
          </ac:spMkLst>
        </pc:spChg>
        <pc:spChg chg="del">
          <ac:chgData name="Elias Zakaria Mohellebi" userId="56af4c4a-6968-4862-9093-57b2055c8dd8" providerId="ADAL" clId="{1E1FDC68-94F7-5A2E-B020-A4526CA46D83}" dt="2026-10-13T09:24:17.078" v="4308" actId="478"/>
          <ac:spMkLst>
            <pc:docMk/>
            <pc:sldMk cId="3980193032" sldId="300"/>
            <ac:spMk id="13" creationId="{56F10B85-13AF-DAEB-7492-EEF7FE87E725}"/>
          </ac:spMkLst>
        </pc:spChg>
        <pc:spChg chg="del">
          <ac:chgData name="Elias Zakaria Mohellebi" userId="56af4c4a-6968-4862-9093-57b2055c8dd8" providerId="ADAL" clId="{1E1FDC68-94F7-5A2E-B020-A4526CA46D83}" dt="2026-10-13T09:24:18.351" v="4309" actId="478"/>
          <ac:spMkLst>
            <pc:docMk/>
            <pc:sldMk cId="3980193032" sldId="300"/>
            <ac:spMk id="14" creationId="{D9D2AA3B-DCBB-519D-66BD-3D6F00FFB6BA}"/>
          </ac:spMkLst>
        </pc:spChg>
        <pc:picChg chg="add del mod">
          <ac:chgData name="Elias Zakaria Mohellebi" userId="56af4c4a-6968-4862-9093-57b2055c8dd8" providerId="ADAL" clId="{1E1FDC68-94F7-5A2E-B020-A4526CA46D83}" dt="2026-10-13T09:24:14.690" v="4307" actId="21"/>
          <ac:picMkLst>
            <pc:docMk/>
            <pc:sldMk cId="3980193032" sldId="300"/>
            <ac:picMk id="5" creationId="{A31EDE4E-73CD-2654-12B4-61CB2958BDDD}"/>
          </ac:picMkLst>
        </pc:picChg>
        <pc:picChg chg="add mod">
          <ac:chgData name="Elias Zakaria Mohellebi" userId="56af4c4a-6968-4862-9093-57b2055c8dd8" providerId="ADAL" clId="{1E1FDC68-94F7-5A2E-B020-A4526CA46D83}" dt="2026-10-13T09:25:10.840" v="4315" actId="14100"/>
          <ac:picMkLst>
            <pc:docMk/>
            <pc:sldMk cId="3980193032" sldId="300"/>
            <ac:picMk id="6" creationId="{459753C8-17F3-CD21-C5CF-6FBDC8525F07}"/>
          </ac:picMkLst>
        </pc:picChg>
        <pc:picChg chg="del">
          <ac:chgData name="Elias Zakaria Mohellebi" userId="56af4c4a-6968-4862-9093-57b2055c8dd8" providerId="ADAL" clId="{1E1FDC68-94F7-5A2E-B020-A4526CA46D83}" dt="2026-10-13T06:22:33.626" v="2828" actId="478"/>
          <ac:picMkLst>
            <pc:docMk/>
            <pc:sldMk cId="3980193032" sldId="300"/>
            <ac:picMk id="12" creationId="{6B038382-0724-1499-602A-2E64A5267A98}"/>
          </ac:picMkLst>
        </pc:picChg>
      </pc:sldChg>
      <pc:sldChg chg="addSp delSp modSp add mod ord">
        <pc:chgData name="Elias Zakaria Mohellebi" userId="56af4c4a-6968-4862-9093-57b2055c8dd8" providerId="ADAL" clId="{1E1FDC68-94F7-5A2E-B020-A4526CA46D83}" dt="2026-10-13T06:26:12.312" v="2929" actId="1076"/>
        <pc:sldMkLst>
          <pc:docMk/>
          <pc:sldMk cId="1379878256" sldId="301"/>
        </pc:sldMkLst>
        <pc:spChg chg="mod">
          <ac:chgData name="Elias Zakaria Mohellebi" userId="56af4c4a-6968-4862-9093-57b2055c8dd8" providerId="ADAL" clId="{1E1FDC68-94F7-5A2E-B020-A4526CA46D83}" dt="2026-10-13T06:23:42.201" v="2857" actId="6549"/>
          <ac:spMkLst>
            <pc:docMk/>
            <pc:sldMk cId="1379878256" sldId="301"/>
            <ac:spMk id="3" creationId="{659A65C2-E514-B560-EA47-FA2DD22F1B6E}"/>
          </ac:spMkLst>
        </pc:spChg>
        <pc:spChg chg="del">
          <ac:chgData name="Elias Zakaria Mohellebi" userId="56af4c4a-6968-4862-9093-57b2055c8dd8" providerId="ADAL" clId="{1E1FDC68-94F7-5A2E-B020-A4526CA46D83}" dt="2026-10-13T06:24:00.928" v="2861" actId="478"/>
          <ac:spMkLst>
            <pc:docMk/>
            <pc:sldMk cId="1379878256" sldId="301"/>
            <ac:spMk id="6" creationId="{7B0AF93B-6BBA-DF65-8C06-5CCFA4DE40C8}"/>
          </ac:spMkLst>
        </pc:spChg>
        <pc:spChg chg="del">
          <ac:chgData name="Elias Zakaria Mohellebi" userId="56af4c4a-6968-4862-9093-57b2055c8dd8" providerId="ADAL" clId="{1E1FDC68-94F7-5A2E-B020-A4526CA46D83}" dt="2026-10-13T06:23:57.526" v="2858" actId="478"/>
          <ac:spMkLst>
            <pc:docMk/>
            <pc:sldMk cId="1379878256" sldId="301"/>
            <ac:spMk id="7" creationId="{68F1B769-BA12-BC4D-3600-7848B3E29BAD}"/>
          </ac:spMkLst>
        </pc:spChg>
        <pc:spChg chg="del mod">
          <ac:chgData name="Elias Zakaria Mohellebi" userId="56af4c4a-6968-4862-9093-57b2055c8dd8" providerId="ADAL" clId="{1E1FDC68-94F7-5A2E-B020-A4526CA46D83}" dt="2026-10-13T06:23:59.531" v="2860" actId="478"/>
          <ac:spMkLst>
            <pc:docMk/>
            <pc:sldMk cId="1379878256" sldId="301"/>
            <ac:spMk id="8" creationId="{72731B7C-3D88-6B5E-D43D-EFE8E9FEC4E7}"/>
          </ac:spMkLst>
        </pc:spChg>
        <pc:spChg chg="del">
          <ac:chgData name="Elias Zakaria Mohellebi" userId="56af4c4a-6968-4862-9093-57b2055c8dd8" providerId="ADAL" clId="{1E1FDC68-94F7-5A2E-B020-A4526CA46D83}" dt="2026-10-13T06:25:56.719" v="2926" actId="478"/>
          <ac:spMkLst>
            <pc:docMk/>
            <pc:sldMk cId="1379878256" sldId="301"/>
            <ac:spMk id="10" creationId="{E0D4EF97-EEDB-5811-861C-2A47B10E3E20}"/>
          </ac:spMkLst>
        </pc:spChg>
        <pc:graphicFrameChg chg="add mod modGraphic">
          <ac:chgData name="Elias Zakaria Mohellebi" userId="56af4c4a-6968-4862-9093-57b2055c8dd8" providerId="ADAL" clId="{1E1FDC68-94F7-5A2E-B020-A4526CA46D83}" dt="2026-10-13T06:26:12.312" v="2929" actId="1076"/>
          <ac:graphicFrameMkLst>
            <pc:docMk/>
            <pc:sldMk cId="1379878256" sldId="301"/>
            <ac:graphicFrameMk id="5" creationId="{B47D7A70-5DCD-1BB8-CDAE-94A6BD9E8FE6}"/>
          </ac:graphicFrameMkLst>
        </pc:graphicFrameChg>
        <pc:picChg chg="del">
          <ac:chgData name="Elias Zakaria Mohellebi" userId="56af4c4a-6968-4862-9093-57b2055c8dd8" providerId="ADAL" clId="{1E1FDC68-94F7-5A2E-B020-A4526CA46D83}" dt="2026-10-13T06:25:54.890" v="2925" actId="478"/>
          <ac:picMkLst>
            <pc:docMk/>
            <pc:sldMk cId="1379878256" sldId="301"/>
            <ac:picMk id="4" creationId="{4A3EE716-6D9F-5E4B-61FE-D66B600EB3B0}"/>
          </ac:picMkLst>
        </pc:picChg>
      </pc:sldChg>
      <pc:sldChg chg="addSp delSp modSp add del mod">
        <pc:chgData name="Elias Zakaria Mohellebi" userId="56af4c4a-6968-4862-9093-57b2055c8dd8" providerId="ADAL" clId="{1E1FDC68-94F7-5A2E-B020-A4526CA46D83}" dt="2026-10-14T14:13:42.734" v="4748" actId="2696"/>
        <pc:sldMkLst>
          <pc:docMk/>
          <pc:sldMk cId="149763140" sldId="302"/>
        </pc:sldMkLst>
        <pc:spChg chg="add mod">
          <ac:chgData name="Elias Zakaria Mohellebi" userId="56af4c4a-6968-4862-9093-57b2055c8dd8" providerId="ADAL" clId="{1E1FDC68-94F7-5A2E-B020-A4526CA46D83}" dt="2026-10-13T09:22:46.692" v="4296" actId="1076"/>
          <ac:spMkLst>
            <pc:docMk/>
            <pc:sldMk cId="149763140" sldId="302"/>
            <ac:spMk id="8" creationId="{C6064617-9967-39CD-9431-18FDB18838DB}"/>
          </ac:spMkLst>
        </pc:spChg>
        <pc:graphicFrameChg chg="mod">
          <ac:chgData name="Elias Zakaria Mohellebi" userId="56af4c4a-6968-4862-9093-57b2055c8dd8" providerId="ADAL" clId="{1E1FDC68-94F7-5A2E-B020-A4526CA46D83}" dt="2026-10-13T09:19:44.040" v="4207" actId="1076"/>
          <ac:graphicFrameMkLst>
            <pc:docMk/>
            <pc:sldMk cId="149763140" sldId="302"/>
            <ac:graphicFrameMk id="5" creationId="{E32C99E6-AAF9-8559-6D40-7AB3452C53D1}"/>
          </ac:graphicFrameMkLst>
        </pc:graphicFrameChg>
        <pc:picChg chg="add del mod">
          <ac:chgData name="Elias Zakaria Mohellebi" userId="56af4c4a-6968-4862-9093-57b2055c8dd8" providerId="ADAL" clId="{1E1FDC68-94F7-5A2E-B020-A4526CA46D83}" dt="2026-10-13T09:21:59.364" v="4230" actId="1076"/>
          <ac:picMkLst>
            <pc:docMk/>
            <pc:sldMk cId="149763140" sldId="302"/>
            <ac:picMk id="4" creationId="{BD599E64-CDC3-6D5E-101A-8DCACEB0245C}"/>
          </ac:picMkLst>
        </pc:picChg>
        <pc:picChg chg="add del mod">
          <ac:chgData name="Elias Zakaria Mohellebi" userId="56af4c4a-6968-4862-9093-57b2055c8dd8" providerId="ADAL" clId="{1E1FDC68-94F7-5A2E-B020-A4526CA46D83}" dt="2026-10-13T06:27:38.243" v="2940" actId="478"/>
          <ac:picMkLst>
            <pc:docMk/>
            <pc:sldMk cId="149763140" sldId="302"/>
            <ac:picMk id="6" creationId="{9A939E2A-B399-6AC2-D23B-C01A327999F7}"/>
          </ac:picMkLst>
        </pc:picChg>
        <pc:picChg chg="add del mod">
          <ac:chgData name="Elias Zakaria Mohellebi" userId="56af4c4a-6968-4862-9093-57b2055c8dd8" providerId="ADAL" clId="{1E1FDC68-94F7-5A2E-B020-A4526CA46D83}" dt="2026-10-13T09:22:04.982" v="4231" actId="1076"/>
          <ac:picMkLst>
            <pc:docMk/>
            <pc:sldMk cId="149763140" sldId="302"/>
            <ac:picMk id="7" creationId="{5EF3B64F-77BE-602F-F260-DD0D4C0A9CDF}"/>
          </ac:picMkLst>
        </pc:picChg>
      </pc:sldChg>
      <pc:sldChg chg="addSp delSp modSp add mod">
        <pc:chgData name="Elias Zakaria Mohellebi" userId="56af4c4a-6968-4862-9093-57b2055c8dd8" providerId="ADAL" clId="{1E1FDC68-94F7-5A2E-B020-A4526CA46D83}" dt="2026-10-13T09:28:39.028" v="4359" actId="1076"/>
        <pc:sldMkLst>
          <pc:docMk/>
          <pc:sldMk cId="3139848905" sldId="303"/>
        </pc:sldMkLst>
        <pc:spChg chg="mod">
          <ac:chgData name="Elias Zakaria Mohellebi" userId="56af4c4a-6968-4862-9093-57b2055c8dd8" providerId="ADAL" clId="{1E1FDC68-94F7-5A2E-B020-A4526CA46D83}" dt="2026-10-13T06:29:47.182" v="2984" actId="20577"/>
          <ac:spMkLst>
            <pc:docMk/>
            <pc:sldMk cId="3139848905" sldId="303"/>
            <ac:spMk id="3" creationId="{6F00BC14-575C-851F-C6DE-1BA97F9D1691}"/>
          </ac:spMkLst>
        </pc:spChg>
        <pc:spChg chg="add mod">
          <ac:chgData name="Elias Zakaria Mohellebi" userId="56af4c4a-6968-4862-9093-57b2055c8dd8" providerId="ADAL" clId="{1E1FDC68-94F7-5A2E-B020-A4526CA46D83}" dt="2026-10-13T09:28:39.028" v="4359" actId="1076"/>
          <ac:spMkLst>
            <pc:docMk/>
            <pc:sldMk cId="3139848905" sldId="303"/>
            <ac:spMk id="8" creationId="{79FAC87D-ABD0-6594-F75F-360E6DB193C2}"/>
          </ac:spMkLst>
        </pc:spChg>
        <pc:graphicFrameChg chg="del">
          <ac:chgData name="Elias Zakaria Mohellebi" userId="56af4c4a-6968-4862-9093-57b2055c8dd8" providerId="ADAL" clId="{1E1FDC68-94F7-5A2E-B020-A4526CA46D83}" dt="2026-10-13T06:29:30.699" v="2953" actId="478"/>
          <ac:graphicFrameMkLst>
            <pc:docMk/>
            <pc:sldMk cId="3139848905" sldId="303"/>
            <ac:graphicFrameMk id="5" creationId="{216C9BBE-38D3-99A2-0D0F-06762B2C7F6E}"/>
          </ac:graphicFrameMkLst>
        </pc:graphicFrameChg>
        <pc:picChg chg="del">
          <ac:chgData name="Elias Zakaria Mohellebi" userId="56af4c4a-6968-4862-9093-57b2055c8dd8" providerId="ADAL" clId="{1E1FDC68-94F7-5A2E-B020-A4526CA46D83}" dt="2026-10-13T06:29:31.463" v="2954" actId="478"/>
          <ac:picMkLst>
            <pc:docMk/>
            <pc:sldMk cId="3139848905" sldId="303"/>
            <ac:picMk id="4" creationId="{846A70E6-3C6A-3CA2-0F17-E802FF2E6E0F}"/>
          </ac:picMkLst>
        </pc:picChg>
        <pc:picChg chg="add mod">
          <ac:chgData name="Elias Zakaria Mohellebi" userId="56af4c4a-6968-4862-9093-57b2055c8dd8" providerId="ADAL" clId="{1E1FDC68-94F7-5A2E-B020-A4526CA46D83}" dt="2026-10-13T06:32:02" v="2989" actId="1076"/>
          <ac:picMkLst>
            <pc:docMk/>
            <pc:sldMk cId="3139848905" sldId="303"/>
            <ac:picMk id="6" creationId="{BBC65D03-6BB2-7223-550E-D9D14A70524E}"/>
          </ac:picMkLst>
        </pc:picChg>
        <pc:picChg chg="del">
          <ac:chgData name="Elias Zakaria Mohellebi" userId="56af4c4a-6968-4862-9093-57b2055c8dd8" providerId="ADAL" clId="{1E1FDC68-94F7-5A2E-B020-A4526CA46D83}" dt="2026-10-13T06:29:32.078" v="2955" actId="478"/>
          <ac:picMkLst>
            <pc:docMk/>
            <pc:sldMk cId="3139848905" sldId="303"/>
            <ac:picMk id="7" creationId="{DCAB207A-F407-FA36-4C59-DECF0DA9B109}"/>
          </ac:picMkLst>
        </pc:picChg>
      </pc:sldChg>
      <pc:sldChg chg="addSp delSp modSp add del mod ord">
        <pc:chgData name="Elias Zakaria Mohellebi" userId="56af4c4a-6968-4862-9093-57b2055c8dd8" providerId="ADAL" clId="{1E1FDC68-94F7-5A2E-B020-A4526CA46D83}" dt="2026-10-14T13:25:19.201" v="4735" actId="2696"/>
        <pc:sldMkLst>
          <pc:docMk/>
          <pc:sldMk cId="474622874" sldId="304"/>
        </pc:sldMkLst>
        <pc:spChg chg="mod">
          <ac:chgData name="Elias Zakaria Mohellebi" userId="56af4c4a-6968-4862-9093-57b2055c8dd8" providerId="ADAL" clId="{1E1FDC68-94F7-5A2E-B020-A4526CA46D83}" dt="2026-10-13T06:32:58.857" v="3075" actId="14100"/>
          <ac:spMkLst>
            <pc:docMk/>
            <pc:sldMk cId="474622874" sldId="304"/>
            <ac:spMk id="3" creationId="{AB96068E-35FD-765B-DEE4-B599EA87232B}"/>
          </ac:spMkLst>
        </pc:spChg>
        <pc:spChg chg="mod">
          <ac:chgData name="Elias Zakaria Mohellebi" userId="56af4c4a-6968-4862-9093-57b2055c8dd8" providerId="ADAL" clId="{1E1FDC68-94F7-5A2E-B020-A4526CA46D83}" dt="2026-10-13T06:35:41.540" v="3110" actId="20577"/>
          <ac:spMkLst>
            <pc:docMk/>
            <pc:sldMk cId="474622874" sldId="304"/>
            <ac:spMk id="9" creationId="{C32E1D7C-0D72-6548-BF1C-FB66C82E0F19}"/>
          </ac:spMkLst>
        </pc:spChg>
        <pc:picChg chg="add mod">
          <ac:chgData name="Elias Zakaria Mohellebi" userId="56af4c4a-6968-4862-9093-57b2055c8dd8" providerId="ADAL" clId="{1E1FDC68-94F7-5A2E-B020-A4526CA46D83}" dt="2026-10-13T06:32:28.414" v="2995" actId="1076"/>
          <ac:picMkLst>
            <pc:docMk/>
            <pc:sldMk cId="474622874" sldId="304"/>
            <ac:picMk id="4" creationId="{38837C04-EBF7-500A-2288-2EFB86C03D32}"/>
          </ac:picMkLst>
        </pc:picChg>
        <pc:picChg chg="del">
          <ac:chgData name="Elias Zakaria Mohellebi" userId="56af4c4a-6968-4862-9093-57b2055c8dd8" providerId="ADAL" clId="{1E1FDC68-94F7-5A2E-B020-A4526CA46D83}" dt="2026-10-13T06:32:11.995" v="2991" actId="478"/>
          <ac:picMkLst>
            <pc:docMk/>
            <pc:sldMk cId="474622874" sldId="304"/>
            <ac:picMk id="6" creationId="{1DF16B2C-7F80-0D49-A38E-C15D35D085D4}"/>
          </ac:picMkLst>
        </pc:picChg>
      </pc:sldChg>
      <pc:sldChg chg="add ord">
        <pc:chgData name="Elias Zakaria Mohellebi" userId="56af4c4a-6968-4862-9093-57b2055c8dd8" providerId="ADAL" clId="{1E1FDC68-94F7-5A2E-B020-A4526CA46D83}" dt="2026-10-13T06:34:38.858" v="3096" actId="20578"/>
        <pc:sldMkLst>
          <pc:docMk/>
          <pc:sldMk cId="336677429" sldId="305"/>
        </pc:sldMkLst>
      </pc:sldChg>
      <pc:sldChg chg="addSp delSp modSp add del mod modNotesTx">
        <pc:chgData name="Elias Zakaria Mohellebi" userId="56af4c4a-6968-4862-9093-57b2055c8dd8" providerId="ADAL" clId="{1E1FDC68-94F7-5A2E-B020-A4526CA46D83}" dt="2026-10-14T13:25:22.598" v="4736" actId="2696"/>
        <pc:sldMkLst>
          <pc:docMk/>
          <pc:sldMk cId="1419367439" sldId="306"/>
        </pc:sldMkLst>
        <pc:spChg chg="mod">
          <ac:chgData name="Elias Zakaria Mohellebi" userId="56af4c4a-6968-4862-9093-57b2055c8dd8" providerId="ADAL" clId="{1E1FDC68-94F7-5A2E-B020-A4526CA46D83}" dt="2026-10-13T06:49:39.464" v="3215" actId="313"/>
          <ac:spMkLst>
            <pc:docMk/>
            <pc:sldMk cId="1419367439" sldId="306"/>
            <ac:spMk id="3" creationId="{4DC3B104-72A7-BC18-691A-CD39187A9465}"/>
          </ac:spMkLst>
        </pc:spChg>
        <pc:picChg chg="add del">
          <ac:chgData name="Elias Zakaria Mohellebi" userId="56af4c4a-6968-4862-9093-57b2055c8dd8" providerId="ADAL" clId="{1E1FDC68-94F7-5A2E-B020-A4526CA46D83}" dt="2026-10-13T06:37:38.963" v="3186" actId="478"/>
          <ac:picMkLst>
            <pc:docMk/>
            <pc:sldMk cId="1419367439" sldId="306"/>
            <ac:picMk id="4" creationId="{7A8C796F-8D68-D611-80AB-1B6D2240DAFF}"/>
          </ac:picMkLst>
        </pc:picChg>
        <pc:picChg chg="add">
          <ac:chgData name="Elias Zakaria Mohellebi" userId="56af4c4a-6968-4862-9093-57b2055c8dd8" providerId="ADAL" clId="{1E1FDC68-94F7-5A2E-B020-A4526CA46D83}" dt="2026-10-13T06:37:14.122" v="3182"/>
          <ac:picMkLst>
            <pc:docMk/>
            <pc:sldMk cId="1419367439" sldId="306"/>
            <ac:picMk id="5" creationId="{EDC24D03-A579-E70E-9801-868BB90CDD9A}"/>
          </ac:picMkLst>
        </pc:picChg>
        <pc:picChg chg="add mod">
          <ac:chgData name="Elias Zakaria Mohellebi" userId="56af4c4a-6968-4862-9093-57b2055c8dd8" providerId="ADAL" clId="{1E1FDC68-94F7-5A2E-B020-A4526CA46D83}" dt="2026-10-13T06:37:43.314" v="3187" actId="14100"/>
          <ac:picMkLst>
            <pc:docMk/>
            <pc:sldMk cId="1419367439" sldId="306"/>
            <ac:picMk id="6" creationId="{A6A4DB08-2FE0-033F-F382-C8D6C1A6A15C}"/>
          </ac:picMkLst>
        </pc:picChg>
      </pc:sldChg>
      <pc:sldChg chg="delSp add del mod">
        <pc:chgData name="Elias Zakaria Mohellebi" userId="56af4c4a-6968-4862-9093-57b2055c8dd8" providerId="ADAL" clId="{1E1FDC68-94F7-5A2E-B020-A4526CA46D83}" dt="2026-10-13T07:00:33.246" v="3293" actId="2696"/>
        <pc:sldMkLst>
          <pc:docMk/>
          <pc:sldMk cId="2740970536" sldId="307"/>
        </pc:sldMkLst>
        <pc:picChg chg="del">
          <ac:chgData name="Elias Zakaria Mohellebi" userId="56af4c4a-6968-4862-9093-57b2055c8dd8" providerId="ADAL" clId="{1E1FDC68-94F7-5A2E-B020-A4526CA46D83}" dt="2026-10-13T06:49:48.347" v="3217" actId="478"/>
          <ac:picMkLst>
            <pc:docMk/>
            <pc:sldMk cId="2740970536" sldId="307"/>
            <ac:picMk id="6" creationId="{4DFCAEE7-9E85-EBD5-10AE-089C0D7CB938}"/>
          </ac:picMkLst>
        </pc:picChg>
      </pc:sldChg>
      <pc:sldChg chg="addSp delSp modSp add mod ord modNotesTx">
        <pc:chgData name="Elias Zakaria Mohellebi" userId="56af4c4a-6968-4862-9093-57b2055c8dd8" providerId="ADAL" clId="{1E1FDC68-94F7-5A2E-B020-A4526CA46D83}" dt="2026-10-13T20:23:44.060" v="4551" actId="1038"/>
        <pc:sldMkLst>
          <pc:docMk/>
          <pc:sldMk cId="21880779" sldId="308"/>
        </pc:sldMkLst>
        <pc:spChg chg="mod">
          <ac:chgData name="Elias Zakaria Mohellebi" userId="56af4c4a-6968-4862-9093-57b2055c8dd8" providerId="ADAL" clId="{1E1FDC68-94F7-5A2E-B020-A4526CA46D83}" dt="2026-10-13T20:22:41.382" v="4528" actId="20577"/>
          <ac:spMkLst>
            <pc:docMk/>
            <pc:sldMk cId="21880779" sldId="308"/>
            <ac:spMk id="4" creationId="{D58F185A-32F2-5427-11FD-E3C43B120DAF}"/>
          </ac:spMkLst>
        </pc:spChg>
        <pc:spChg chg="add mod">
          <ac:chgData name="Elias Zakaria Mohellebi" userId="56af4c4a-6968-4862-9093-57b2055c8dd8" providerId="ADAL" clId="{1E1FDC68-94F7-5A2E-B020-A4526CA46D83}" dt="2026-10-13T20:23:44.060" v="4551" actId="1038"/>
          <ac:spMkLst>
            <pc:docMk/>
            <pc:sldMk cId="21880779" sldId="308"/>
            <ac:spMk id="6" creationId="{BE5C7988-BF29-90FD-1815-67A95B02224C}"/>
          </ac:spMkLst>
        </pc:spChg>
        <pc:spChg chg="del">
          <ac:chgData name="Elias Zakaria Mohellebi" userId="56af4c4a-6968-4862-9093-57b2055c8dd8" providerId="ADAL" clId="{1E1FDC68-94F7-5A2E-B020-A4526CA46D83}" dt="2026-10-13T20:22:57.276" v="4535" actId="478"/>
          <ac:spMkLst>
            <pc:docMk/>
            <pc:sldMk cId="21880779" sldId="308"/>
            <ac:spMk id="13" creationId="{E8450F7B-321D-272D-DCB3-0CEAE3EBA35D}"/>
          </ac:spMkLst>
        </pc:spChg>
        <pc:spChg chg="del">
          <ac:chgData name="Elias Zakaria Mohellebi" userId="56af4c4a-6968-4862-9093-57b2055c8dd8" providerId="ADAL" clId="{1E1FDC68-94F7-5A2E-B020-A4526CA46D83}" dt="2026-10-13T20:23:08.476" v="4538" actId="478"/>
          <ac:spMkLst>
            <pc:docMk/>
            <pc:sldMk cId="21880779" sldId="308"/>
            <ac:spMk id="14" creationId="{1A0E4904-D8ED-ACCA-5119-644805FBC8AB}"/>
          </ac:spMkLst>
        </pc:spChg>
        <pc:picChg chg="mod">
          <ac:chgData name="Elias Zakaria Mohellebi" userId="56af4c4a-6968-4862-9093-57b2055c8dd8" providerId="ADAL" clId="{1E1FDC68-94F7-5A2E-B020-A4526CA46D83}" dt="2026-10-13T20:23:30.535" v="4542" actId="14100"/>
          <ac:picMkLst>
            <pc:docMk/>
            <pc:sldMk cId="21880779" sldId="308"/>
            <ac:picMk id="5" creationId="{B85B2A66-A1A4-BD82-5F6E-7F39834A7EB4}"/>
          </ac:picMkLst>
        </pc:picChg>
      </pc:sldChg>
      <pc:sldChg chg="addSp delSp modSp add mod ord modNotesTx">
        <pc:chgData name="Elias Zakaria Mohellebi" userId="56af4c4a-6968-4862-9093-57b2055c8dd8" providerId="ADAL" clId="{1E1FDC68-94F7-5A2E-B020-A4526CA46D83}" dt="2026-10-13T20:24:48.526" v="4556"/>
        <pc:sldMkLst>
          <pc:docMk/>
          <pc:sldMk cId="932009999" sldId="309"/>
        </pc:sldMkLst>
        <pc:spChg chg="del">
          <ac:chgData name="Elias Zakaria Mohellebi" userId="56af4c4a-6968-4862-9093-57b2055c8dd8" providerId="ADAL" clId="{1E1FDC68-94F7-5A2E-B020-A4526CA46D83}" dt="2026-10-13T20:24:47.155" v="4555" actId="478"/>
          <ac:spMkLst>
            <pc:docMk/>
            <pc:sldMk cId="932009999" sldId="309"/>
            <ac:spMk id="4" creationId="{C0F47846-FEBE-B9F0-5E1F-DE73FD3DD0F3}"/>
          </ac:spMkLst>
        </pc:spChg>
        <pc:spChg chg="add mod">
          <ac:chgData name="Elias Zakaria Mohellebi" userId="56af4c4a-6968-4862-9093-57b2055c8dd8" providerId="ADAL" clId="{1E1FDC68-94F7-5A2E-B020-A4526CA46D83}" dt="2026-10-13T20:24:42.703" v="4554"/>
          <ac:spMkLst>
            <pc:docMk/>
            <pc:sldMk cId="932009999" sldId="309"/>
            <ac:spMk id="5" creationId="{C6F3BD06-7A48-23BD-F9EC-2DFED65D1CED}"/>
          </ac:spMkLst>
        </pc:spChg>
        <pc:spChg chg="add mod">
          <ac:chgData name="Elias Zakaria Mohellebi" userId="56af4c4a-6968-4862-9093-57b2055c8dd8" providerId="ADAL" clId="{1E1FDC68-94F7-5A2E-B020-A4526CA46D83}" dt="2026-10-13T20:24:42.703" v="4554"/>
          <ac:spMkLst>
            <pc:docMk/>
            <pc:sldMk cId="932009999" sldId="309"/>
            <ac:spMk id="6" creationId="{54401623-C123-7AA9-234F-6D7223B5A6C4}"/>
          </ac:spMkLst>
        </pc:spChg>
        <pc:spChg chg="add mod">
          <ac:chgData name="Elias Zakaria Mohellebi" userId="56af4c4a-6968-4862-9093-57b2055c8dd8" providerId="ADAL" clId="{1E1FDC68-94F7-5A2E-B020-A4526CA46D83}" dt="2026-10-13T20:24:48.526" v="4556"/>
          <ac:spMkLst>
            <pc:docMk/>
            <pc:sldMk cId="932009999" sldId="309"/>
            <ac:spMk id="7" creationId="{3F10A01C-D210-AEB8-445D-B5BFF7DBE4B4}"/>
          </ac:spMkLst>
        </pc:spChg>
        <pc:spChg chg="add mod">
          <ac:chgData name="Elias Zakaria Mohellebi" userId="56af4c4a-6968-4862-9093-57b2055c8dd8" providerId="ADAL" clId="{1E1FDC68-94F7-5A2E-B020-A4526CA46D83}" dt="2026-10-13T20:24:48.526" v="4556"/>
          <ac:spMkLst>
            <pc:docMk/>
            <pc:sldMk cId="932009999" sldId="309"/>
            <ac:spMk id="8" creationId="{08255B91-E120-49D5-B313-08348A86C86A}"/>
          </ac:spMkLst>
        </pc:spChg>
      </pc:sldChg>
      <pc:sldChg chg="addSp delSp modSp add del mod">
        <pc:chgData name="Elias Zakaria Mohellebi" userId="56af4c4a-6968-4862-9093-57b2055c8dd8" providerId="ADAL" clId="{1E1FDC68-94F7-5A2E-B020-A4526CA46D83}" dt="2026-10-13T09:32:38.435" v="4390" actId="2696"/>
        <pc:sldMkLst>
          <pc:docMk/>
          <pc:sldMk cId="3796615493" sldId="310"/>
        </pc:sldMkLst>
        <pc:spChg chg="del">
          <ac:chgData name="Elias Zakaria Mohellebi" userId="56af4c4a-6968-4862-9093-57b2055c8dd8" providerId="ADAL" clId="{1E1FDC68-94F7-5A2E-B020-A4526CA46D83}" dt="2026-10-13T07:02:51.010" v="3311" actId="478"/>
          <ac:spMkLst>
            <pc:docMk/>
            <pc:sldMk cId="3796615493" sldId="310"/>
            <ac:spMk id="3" creationId="{B8B359D7-5D34-BA7E-B404-7C55C613CA47}"/>
          </ac:spMkLst>
        </pc:spChg>
        <pc:spChg chg="add mod">
          <ac:chgData name="Elias Zakaria Mohellebi" userId="56af4c4a-6968-4862-9093-57b2055c8dd8" providerId="ADAL" clId="{1E1FDC68-94F7-5A2E-B020-A4526CA46D83}" dt="2026-10-13T07:03:07.558" v="3315"/>
          <ac:spMkLst>
            <pc:docMk/>
            <pc:sldMk cId="3796615493" sldId="310"/>
            <ac:spMk id="4" creationId="{6684E283-EE75-2D0B-EB9E-B29E12AA50C9}"/>
          </ac:spMkLst>
        </pc:spChg>
        <pc:spChg chg="add mod">
          <ac:chgData name="Elias Zakaria Mohellebi" userId="56af4c4a-6968-4862-9093-57b2055c8dd8" providerId="ADAL" clId="{1E1FDC68-94F7-5A2E-B020-A4526CA46D83}" dt="2026-10-13T07:03:39.056" v="3342" actId="207"/>
          <ac:spMkLst>
            <pc:docMk/>
            <pc:sldMk cId="3796615493" sldId="310"/>
            <ac:spMk id="5" creationId="{3E8EDEC6-FEEB-57E1-6BC7-766ECC681A9C}"/>
          </ac:spMkLst>
        </pc:spChg>
        <pc:spChg chg="add mod">
          <ac:chgData name="Elias Zakaria Mohellebi" userId="56af4c4a-6968-4862-9093-57b2055c8dd8" providerId="ADAL" clId="{1E1FDC68-94F7-5A2E-B020-A4526CA46D83}" dt="2026-10-13T07:03:07.558" v="3315"/>
          <ac:spMkLst>
            <pc:docMk/>
            <pc:sldMk cId="3796615493" sldId="310"/>
            <ac:spMk id="7" creationId="{A8723FAE-BB78-8C9D-C1A1-BA161B49A655}"/>
          </ac:spMkLst>
        </pc:spChg>
        <pc:spChg chg="add mod">
          <ac:chgData name="Elias Zakaria Mohellebi" userId="56af4c4a-6968-4862-9093-57b2055c8dd8" providerId="ADAL" clId="{1E1FDC68-94F7-5A2E-B020-A4526CA46D83}" dt="2026-10-13T07:03:07.558" v="3315"/>
          <ac:spMkLst>
            <pc:docMk/>
            <pc:sldMk cId="3796615493" sldId="310"/>
            <ac:spMk id="8" creationId="{3491D4EC-7254-36E3-4433-14D86D679301}"/>
          </ac:spMkLst>
        </pc:spChg>
        <pc:spChg chg="mod">
          <ac:chgData name="Elias Zakaria Mohellebi" userId="56af4c4a-6968-4862-9093-57b2055c8dd8" providerId="ADAL" clId="{1E1FDC68-94F7-5A2E-B020-A4526CA46D83}" dt="2026-10-13T07:03:34.171" v="3341" actId="20577"/>
          <ac:spMkLst>
            <pc:docMk/>
            <pc:sldMk cId="3796615493" sldId="310"/>
            <ac:spMk id="9" creationId="{2CC74D1C-10FD-786B-8A65-3D59A131413F}"/>
          </ac:spMkLst>
        </pc:spChg>
        <pc:graphicFrameChg chg="add del mod modGraphic">
          <ac:chgData name="Elias Zakaria Mohellebi" userId="56af4c4a-6968-4862-9093-57b2055c8dd8" providerId="ADAL" clId="{1E1FDC68-94F7-5A2E-B020-A4526CA46D83}" dt="2026-10-13T07:05:13.915" v="3345" actId="1032"/>
          <ac:graphicFrameMkLst>
            <pc:docMk/>
            <pc:sldMk cId="3796615493" sldId="310"/>
            <ac:graphicFrameMk id="10" creationId="{4BE90C6F-AF6E-CBFD-E3F3-DF52B84BBFBD}"/>
          </ac:graphicFrameMkLst>
        </pc:graphicFrameChg>
        <pc:picChg chg="del">
          <ac:chgData name="Elias Zakaria Mohellebi" userId="56af4c4a-6968-4862-9093-57b2055c8dd8" providerId="ADAL" clId="{1E1FDC68-94F7-5A2E-B020-A4526CA46D83}" dt="2026-10-13T07:02:52.274" v="3312" actId="478"/>
          <ac:picMkLst>
            <pc:docMk/>
            <pc:sldMk cId="3796615493" sldId="310"/>
            <ac:picMk id="6" creationId="{65929BB4-E2C8-4C74-2B43-48A84026F51E}"/>
          </ac:picMkLst>
        </pc:picChg>
      </pc:sldChg>
      <pc:sldChg chg="addSp modSp add del mod ord">
        <pc:chgData name="Elias Zakaria Mohellebi" userId="56af4c4a-6968-4862-9093-57b2055c8dd8" providerId="ADAL" clId="{1E1FDC68-94F7-5A2E-B020-A4526CA46D83}" dt="2026-10-14T12:51:52.909" v="4727" actId="2696"/>
        <pc:sldMkLst>
          <pc:docMk/>
          <pc:sldMk cId="3643337328" sldId="311"/>
        </pc:sldMkLst>
        <pc:spChg chg="mod">
          <ac:chgData name="Elias Zakaria Mohellebi" userId="56af4c4a-6968-4862-9093-57b2055c8dd8" providerId="ADAL" clId="{1E1FDC68-94F7-5A2E-B020-A4526CA46D83}" dt="2026-10-13T07:12:00.686" v="3547" actId="20577"/>
          <ac:spMkLst>
            <pc:docMk/>
            <pc:sldMk cId="3643337328" sldId="311"/>
            <ac:spMk id="3" creationId="{059646A8-B133-5ACD-9465-E54A9B6DDBE3}"/>
          </ac:spMkLst>
        </pc:spChg>
        <pc:spChg chg="add mod">
          <ac:chgData name="Elias Zakaria Mohellebi" userId="56af4c4a-6968-4862-9093-57b2055c8dd8" providerId="ADAL" clId="{1E1FDC68-94F7-5A2E-B020-A4526CA46D83}" dt="2026-10-13T07:16:45.349" v="3593" actId="20577"/>
          <ac:spMkLst>
            <pc:docMk/>
            <pc:sldMk cId="3643337328" sldId="311"/>
            <ac:spMk id="5" creationId="{92C4D50C-B420-B0B1-1139-60F4F8B95C9B}"/>
          </ac:spMkLst>
        </pc:spChg>
        <pc:spChg chg="add mod">
          <ac:chgData name="Elias Zakaria Mohellebi" userId="56af4c4a-6968-4862-9093-57b2055c8dd8" providerId="ADAL" clId="{1E1FDC68-94F7-5A2E-B020-A4526CA46D83}" dt="2026-10-13T07:12:17.412" v="3559" actId="20577"/>
          <ac:spMkLst>
            <pc:docMk/>
            <pc:sldMk cId="3643337328" sldId="311"/>
            <ac:spMk id="6" creationId="{F8940BA0-17CE-0A60-4844-EFCD375D57EB}"/>
          </ac:spMkLst>
        </pc:spChg>
        <pc:graphicFrameChg chg="mod modGraphic">
          <ac:chgData name="Elias Zakaria Mohellebi" userId="56af4c4a-6968-4862-9093-57b2055c8dd8" providerId="ADAL" clId="{1E1FDC68-94F7-5A2E-B020-A4526CA46D83}" dt="2026-10-13T07:11:00.677" v="3511" actId="1076"/>
          <ac:graphicFrameMkLst>
            <pc:docMk/>
            <pc:sldMk cId="3643337328" sldId="311"/>
            <ac:graphicFrameMk id="4" creationId="{D4034CE6-5958-BE3A-E334-E3E813A5B0E2}"/>
          </ac:graphicFrameMkLst>
        </pc:graphicFrameChg>
      </pc:sldChg>
      <pc:sldChg chg="add del setBg">
        <pc:chgData name="Elias Zakaria Mohellebi" userId="56af4c4a-6968-4862-9093-57b2055c8dd8" providerId="ADAL" clId="{1E1FDC68-94F7-5A2E-B020-A4526CA46D83}" dt="2026-10-13T07:02:55.683" v="3314"/>
        <pc:sldMkLst>
          <pc:docMk/>
          <pc:sldMk cId="3888300301" sldId="311"/>
        </pc:sldMkLst>
      </pc:sldChg>
      <pc:sldChg chg="add del setBg">
        <pc:chgData name="Elias Zakaria Mohellebi" userId="56af4c4a-6968-4862-9093-57b2055c8dd8" providerId="ADAL" clId="{1E1FDC68-94F7-5A2E-B020-A4526CA46D83}" dt="2026-10-13T07:14:11.536" v="3569" actId="2696"/>
        <pc:sldMkLst>
          <pc:docMk/>
          <pc:sldMk cId="607366890" sldId="312"/>
        </pc:sldMkLst>
      </pc:sldChg>
      <pc:sldChg chg="addSp delSp modSp add del mod">
        <pc:chgData name="Elias Zakaria Mohellebi" userId="56af4c4a-6968-4862-9093-57b2055c8dd8" providerId="ADAL" clId="{1E1FDC68-94F7-5A2E-B020-A4526CA46D83}" dt="2026-10-13T07:12:29.117" v="3560" actId="2696"/>
        <pc:sldMkLst>
          <pc:docMk/>
          <pc:sldMk cId="3806571952" sldId="312"/>
        </pc:sldMkLst>
        <pc:spChg chg="mod">
          <ac:chgData name="Elias Zakaria Mohellebi" userId="56af4c4a-6968-4862-9093-57b2055c8dd8" providerId="ADAL" clId="{1E1FDC68-94F7-5A2E-B020-A4526CA46D83}" dt="2026-10-13T07:08:25.555" v="3353"/>
          <ac:spMkLst>
            <pc:docMk/>
            <pc:sldMk cId="3806571952" sldId="312"/>
            <ac:spMk id="3" creationId="{959DD48B-6E10-5EE6-B641-DA81C700C997}"/>
          </ac:spMkLst>
        </pc:spChg>
        <pc:spChg chg="add mod">
          <ac:chgData name="Elias Zakaria Mohellebi" userId="56af4c4a-6968-4862-9093-57b2055c8dd8" providerId="ADAL" clId="{1E1FDC68-94F7-5A2E-B020-A4526CA46D83}" dt="2026-10-13T07:10:36.410" v="3508" actId="5793"/>
          <ac:spMkLst>
            <pc:docMk/>
            <pc:sldMk cId="3806571952" sldId="312"/>
            <ac:spMk id="5" creationId="{AABB670D-5794-697F-1E52-F2F50B431A55}"/>
          </ac:spMkLst>
        </pc:spChg>
        <pc:graphicFrameChg chg="del">
          <ac:chgData name="Elias Zakaria Mohellebi" userId="56af4c4a-6968-4862-9093-57b2055c8dd8" providerId="ADAL" clId="{1E1FDC68-94F7-5A2E-B020-A4526CA46D83}" dt="2026-10-13T07:08:38.038" v="3354" actId="478"/>
          <ac:graphicFrameMkLst>
            <pc:docMk/>
            <pc:sldMk cId="3806571952" sldId="312"/>
            <ac:graphicFrameMk id="4" creationId="{2F1622DD-52F2-3561-1849-818277664062}"/>
          </ac:graphicFrameMkLst>
        </pc:graphicFrameChg>
      </pc:sldChg>
      <pc:sldChg chg="delSp add mod ord">
        <pc:chgData name="Elias Zakaria Mohellebi" userId="56af4c4a-6968-4862-9093-57b2055c8dd8" providerId="ADAL" clId="{1E1FDC68-94F7-5A2E-B020-A4526CA46D83}" dt="2026-10-13T07:14:22.934" v="3573" actId="478"/>
        <pc:sldMkLst>
          <pc:docMk/>
          <pc:sldMk cId="4130767886" sldId="312"/>
        </pc:sldMkLst>
        <pc:spChg chg="del">
          <ac:chgData name="Elias Zakaria Mohellebi" userId="56af4c4a-6968-4862-9093-57b2055c8dd8" providerId="ADAL" clId="{1E1FDC68-94F7-5A2E-B020-A4526CA46D83}" dt="2026-10-13T07:14:22.934" v="3573" actId="478"/>
          <ac:spMkLst>
            <pc:docMk/>
            <pc:sldMk cId="4130767886" sldId="312"/>
            <ac:spMk id="5" creationId="{1977435D-F9B8-1BF1-2A56-BDB7FD0F6F18}"/>
          </ac:spMkLst>
        </pc:spChg>
        <pc:spChg chg="del">
          <ac:chgData name="Elias Zakaria Mohellebi" userId="56af4c4a-6968-4862-9093-57b2055c8dd8" providerId="ADAL" clId="{1E1FDC68-94F7-5A2E-B020-A4526CA46D83}" dt="2026-10-13T07:14:21.257" v="3572" actId="478"/>
          <ac:spMkLst>
            <pc:docMk/>
            <pc:sldMk cId="4130767886" sldId="312"/>
            <ac:spMk id="6" creationId="{6158D003-D2AC-90EF-031B-B93DD34D330A}"/>
          </ac:spMkLst>
        </pc:spChg>
      </pc:sldChg>
      <pc:sldChg chg="add del setBg">
        <pc:chgData name="Elias Zakaria Mohellebi" userId="56af4c4a-6968-4862-9093-57b2055c8dd8" providerId="ADAL" clId="{1E1FDC68-94F7-5A2E-B020-A4526CA46D83}" dt="2026-10-13T08:12:19.185" v="3619" actId="2696"/>
        <pc:sldMkLst>
          <pc:docMk/>
          <pc:sldMk cId="2093137918" sldId="313"/>
        </pc:sldMkLst>
      </pc:sldChg>
      <pc:sldChg chg="addSp delSp modSp add mod modNotesTx">
        <pc:chgData name="Elias Zakaria Mohellebi" userId="56af4c4a-6968-4862-9093-57b2055c8dd8" providerId="ADAL" clId="{1E1FDC68-94F7-5A2E-B020-A4526CA46D83}" dt="2026-10-13T08:49:10.032" v="3818" actId="20577"/>
        <pc:sldMkLst>
          <pc:docMk/>
          <pc:sldMk cId="1310609603" sldId="314"/>
        </pc:sldMkLst>
        <pc:spChg chg="mod">
          <ac:chgData name="Elias Zakaria Mohellebi" userId="56af4c4a-6968-4862-9093-57b2055c8dd8" providerId="ADAL" clId="{1E1FDC68-94F7-5A2E-B020-A4526CA46D83}" dt="2026-10-13T08:36:53.469" v="3675" actId="20577"/>
          <ac:spMkLst>
            <pc:docMk/>
            <pc:sldMk cId="1310609603" sldId="314"/>
            <ac:spMk id="2" creationId="{4411E168-AAFF-6346-45C8-04D9D7954AA2}"/>
          </ac:spMkLst>
        </pc:spChg>
        <pc:spChg chg="del">
          <ac:chgData name="Elias Zakaria Mohellebi" userId="56af4c4a-6968-4862-9093-57b2055c8dd8" providerId="ADAL" clId="{1E1FDC68-94F7-5A2E-B020-A4526CA46D83}" dt="2026-10-13T08:10:04.276" v="3596" actId="478"/>
          <ac:spMkLst>
            <pc:docMk/>
            <pc:sldMk cId="1310609603" sldId="314"/>
            <ac:spMk id="3" creationId="{21033C91-4120-A03A-6AB0-E2AF719DFA26}"/>
          </ac:spMkLst>
        </pc:spChg>
        <pc:spChg chg="del">
          <ac:chgData name="Elias Zakaria Mohellebi" userId="56af4c4a-6968-4862-9093-57b2055c8dd8" providerId="ADAL" clId="{1E1FDC68-94F7-5A2E-B020-A4526CA46D83}" dt="2026-10-13T08:10:11.979" v="3602" actId="478"/>
          <ac:spMkLst>
            <pc:docMk/>
            <pc:sldMk cId="1310609603" sldId="314"/>
            <ac:spMk id="4" creationId="{878B66D8-6C4B-7176-6085-33153B70792B}"/>
          </ac:spMkLst>
        </pc:spChg>
        <pc:spChg chg="add mod">
          <ac:chgData name="Elias Zakaria Mohellebi" userId="56af4c4a-6968-4862-9093-57b2055c8dd8" providerId="ADAL" clId="{1E1FDC68-94F7-5A2E-B020-A4526CA46D83}" dt="2026-10-13T08:13:15.356" v="3635" actId="404"/>
          <ac:spMkLst>
            <pc:docMk/>
            <pc:sldMk cId="1310609603" sldId="314"/>
            <ac:spMk id="5" creationId="{77127D5F-D984-22C3-041D-D40D9813F88A}"/>
          </ac:spMkLst>
        </pc:spChg>
        <pc:spChg chg="mod">
          <ac:chgData name="Elias Zakaria Mohellebi" userId="56af4c4a-6968-4862-9093-57b2055c8dd8" providerId="ADAL" clId="{1E1FDC68-94F7-5A2E-B020-A4526CA46D83}" dt="2026-10-13T08:11:37.304" v="3613" actId="1076"/>
          <ac:spMkLst>
            <pc:docMk/>
            <pc:sldMk cId="1310609603" sldId="314"/>
            <ac:spMk id="6" creationId="{65F0AC59-946F-9506-BF01-5663BB2D4D9E}"/>
          </ac:spMkLst>
        </pc:spChg>
        <pc:spChg chg="add mod">
          <ac:chgData name="Elias Zakaria Mohellebi" userId="56af4c4a-6968-4862-9093-57b2055c8dd8" providerId="ADAL" clId="{1E1FDC68-94F7-5A2E-B020-A4526CA46D83}" dt="2026-10-13T08:11:28.371" v="3612" actId="1076"/>
          <ac:spMkLst>
            <pc:docMk/>
            <pc:sldMk cId="1310609603" sldId="314"/>
            <ac:spMk id="7" creationId="{1ECA025C-F360-5614-6611-D1E5D0A102FB}"/>
          </ac:spMkLst>
        </pc:spChg>
        <pc:spChg chg="mod">
          <ac:chgData name="Elias Zakaria Mohellebi" userId="56af4c4a-6968-4862-9093-57b2055c8dd8" providerId="ADAL" clId="{1E1FDC68-94F7-5A2E-B020-A4526CA46D83}" dt="2026-10-13T08:11:49.926" v="3616" actId="1076"/>
          <ac:spMkLst>
            <pc:docMk/>
            <pc:sldMk cId="1310609603" sldId="314"/>
            <ac:spMk id="8" creationId="{83126D67-0D04-9450-D3BA-BFFF317DADC2}"/>
          </ac:spMkLst>
        </pc:spChg>
        <pc:spChg chg="mod">
          <ac:chgData name="Elias Zakaria Mohellebi" userId="56af4c4a-6968-4862-9093-57b2055c8dd8" providerId="ADAL" clId="{1E1FDC68-94F7-5A2E-B020-A4526CA46D83}" dt="2026-10-13T08:11:56.797" v="3618" actId="1076"/>
          <ac:spMkLst>
            <pc:docMk/>
            <pc:sldMk cId="1310609603" sldId="314"/>
            <ac:spMk id="10" creationId="{A6C1A3D9-6926-9A4F-B235-592260387D21}"/>
          </ac:spMkLst>
        </pc:spChg>
        <pc:spChg chg="del mod">
          <ac:chgData name="Elias Zakaria Mohellebi" userId="56af4c4a-6968-4862-9093-57b2055c8dd8" providerId="ADAL" clId="{1E1FDC68-94F7-5A2E-B020-A4526CA46D83}" dt="2026-10-13T08:10:08.479" v="3599" actId="478"/>
          <ac:spMkLst>
            <pc:docMk/>
            <pc:sldMk cId="1310609603" sldId="314"/>
            <ac:spMk id="13" creationId="{75D18602-B488-5655-F112-D4FEB67C0CFA}"/>
          </ac:spMkLst>
        </pc:spChg>
        <pc:spChg chg="del mod">
          <ac:chgData name="Elias Zakaria Mohellebi" userId="56af4c4a-6968-4862-9093-57b2055c8dd8" providerId="ADAL" clId="{1E1FDC68-94F7-5A2E-B020-A4526CA46D83}" dt="2026-10-13T08:10:10.344" v="3601" actId="478"/>
          <ac:spMkLst>
            <pc:docMk/>
            <pc:sldMk cId="1310609603" sldId="314"/>
            <ac:spMk id="14" creationId="{1FC9B133-CAF5-EFA9-5A8D-14A0A94040AE}"/>
          </ac:spMkLst>
        </pc:spChg>
        <pc:spChg chg="add mod">
          <ac:chgData name="Elias Zakaria Mohellebi" userId="56af4c4a-6968-4862-9093-57b2055c8dd8" providerId="ADAL" clId="{1E1FDC68-94F7-5A2E-B020-A4526CA46D83}" dt="2026-10-13T08:10:14.152" v="3603"/>
          <ac:spMkLst>
            <pc:docMk/>
            <pc:sldMk cId="1310609603" sldId="314"/>
            <ac:spMk id="22" creationId="{80943E67-832D-9EBF-7F7B-1D7D712AD1C3}"/>
          </ac:spMkLst>
        </pc:spChg>
        <pc:spChg chg="add mod">
          <ac:chgData name="Elias Zakaria Mohellebi" userId="56af4c4a-6968-4862-9093-57b2055c8dd8" providerId="ADAL" clId="{1E1FDC68-94F7-5A2E-B020-A4526CA46D83}" dt="2026-10-13T08:10:14.152" v="3603"/>
          <ac:spMkLst>
            <pc:docMk/>
            <pc:sldMk cId="1310609603" sldId="314"/>
            <ac:spMk id="26" creationId="{5F5980AF-46C1-C124-C9AB-43F30058F061}"/>
          </ac:spMkLst>
        </pc:spChg>
        <pc:spChg chg="add mod">
          <ac:chgData name="Elias Zakaria Mohellebi" userId="56af4c4a-6968-4862-9093-57b2055c8dd8" providerId="ADAL" clId="{1E1FDC68-94F7-5A2E-B020-A4526CA46D83}" dt="2026-10-13T08:10:14.152" v="3603"/>
          <ac:spMkLst>
            <pc:docMk/>
            <pc:sldMk cId="1310609603" sldId="314"/>
            <ac:spMk id="28" creationId="{467361E2-3832-851E-2248-D736E5D59E14}"/>
          </ac:spMkLst>
        </pc:spChg>
        <pc:spChg chg="add mod">
          <ac:chgData name="Elias Zakaria Mohellebi" userId="56af4c4a-6968-4862-9093-57b2055c8dd8" providerId="ADAL" clId="{1E1FDC68-94F7-5A2E-B020-A4526CA46D83}" dt="2026-10-13T08:10:14.152" v="3603"/>
          <ac:spMkLst>
            <pc:docMk/>
            <pc:sldMk cId="1310609603" sldId="314"/>
            <ac:spMk id="31" creationId="{E0AB26FB-7AD2-5B5F-7C08-0E0E0D3A7004}"/>
          </ac:spMkLst>
        </pc:spChg>
        <pc:spChg chg="add mod">
          <ac:chgData name="Elias Zakaria Mohellebi" userId="56af4c4a-6968-4862-9093-57b2055c8dd8" providerId="ADAL" clId="{1E1FDC68-94F7-5A2E-B020-A4526CA46D83}" dt="2026-10-13T08:10:14.152" v="3603"/>
          <ac:spMkLst>
            <pc:docMk/>
            <pc:sldMk cId="1310609603" sldId="314"/>
            <ac:spMk id="32" creationId="{C4726C7B-5591-6766-92D7-FC4995F18466}"/>
          </ac:spMkLst>
        </pc:spChg>
        <pc:spChg chg="add mod">
          <ac:chgData name="Elias Zakaria Mohellebi" userId="56af4c4a-6968-4862-9093-57b2055c8dd8" providerId="ADAL" clId="{1E1FDC68-94F7-5A2E-B020-A4526CA46D83}" dt="2026-10-13T08:10:14.152" v="3603"/>
          <ac:spMkLst>
            <pc:docMk/>
            <pc:sldMk cId="1310609603" sldId="314"/>
            <ac:spMk id="33" creationId="{4FA2E41F-365F-D523-7EE6-F5F302B346DE}"/>
          </ac:spMkLst>
        </pc:spChg>
        <pc:spChg chg="add mod">
          <ac:chgData name="Elias Zakaria Mohellebi" userId="56af4c4a-6968-4862-9093-57b2055c8dd8" providerId="ADAL" clId="{1E1FDC68-94F7-5A2E-B020-A4526CA46D83}" dt="2026-10-13T08:10:14.152" v="3603"/>
          <ac:spMkLst>
            <pc:docMk/>
            <pc:sldMk cId="1310609603" sldId="314"/>
            <ac:spMk id="37" creationId="{9D04BA02-546F-63F9-0012-F58734166EAC}"/>
          </ac:spMkLst>
        </pc:spChg>
        <pc:spChg chg="add mod">
          <ac:chgData name="Elias Zakaria Mohellebi" userId="56af4c4a-6968-4862-9093-57b2055c8dd8" providerId="ADAL" clId="{1E1FDC68-94F7-5A2E-B020-A4526CA46D83}" dt="2026-10-13T08:36:49.978" v="3673" actId="20577"/>
          <ac:spMkLst>
            <pc:docMk/>
            <pc:sldMk cId="1310609603" sldId="314"/>
            <ac:spMk id="40" creationId="{162596C5-A32C-A8A0-7A35-47BD2AB3AEDF}"/>
          </ac:spMkLst>
        </pc:spChg>
        <pc:picChg chg="del">
          <ac:chgData name="Elias Zakaria Mohellebi" userId="56af4c4a-6968-4862-9093-57b2055c8dd8" providerId="ADAL" clId="{1E1FDC68-94F7-5A2E-B020-A4526CA46D83}" dt="2026-10-13T08:10:05.483" v="3597" actId="478"/>
          <ac:picMkLst>
            <pc:docMk/>
            <pc:sldMk cId="1310609603" sldId="314"/>
            <ac:picMk id="12" creationId="{994CBA15-1E02-D198-2F34-1CE448AD3961}"/>
          </ac:picMkLst>
        </pc:picChg>
      </pc:sldChg>
      <pc:sldChg chg="add ord">
        <pc:chgData name="Elias Zakaria Mohellebi" userId="56af4c4a-6968-4862-9093-57b2055c8dd8" providerId="ADAL" clId="{1E1FDC68-94F7-5A2E-B020-A4526CA46D83}" dt="2026-10-13T08:13:57.277" v="3641" actId="20578"/>
        <pc:sldMkLst>
          <pc:docMk/>
          <pc:sldMk cId="790615899" sldId="315"/>
        </pc:sldMkLst>
      </pc:sldChg>
      <pc:sldChg chg="addSp delSp modSp add mod modNotesTx">
        <pc:chgData name="Elias Zakaria Mohellebi" userId="56af4c4a-6968-4862-9093-57b2055c8dd8" providerId="ADAL" clId="{1E1FDC68-94F7-5A2E-B020-A4526CA46D83}" dt="2026-10-13T08:51:55.575" v="3889" actId="20577"/>
        <pc:sldMkLst>
          <pc:docMk/>
          <pc:sldMk cId="1754822188" sldId="316"/>
        </pc:sldMkLst>
        <pc:spChg chg="mod">
          <ac:chgData name="Elias Zakaria Mohellebi" userId="56af4c4a-6968-4862-9093-57b2055c8dd8" providerId="ADAL" clId="{1E1FDC68-94F7-5A2E-B020-A4526CA46D83}" dt="2026-10-13T08:43:49.029" v="3772" actId="20577"/>
          <ac:spMkLst>
            <pc:docMk/>
            <pc:sldMk cId="1754822188" sldId="316"/>
            <ac:spMk id="2" creationId="{A2D31DB3-2B0D-1C08-1153-249EBFCEED79}"/>
          </ac:spMkLst>
        </pc:spChg>
        <pc:spChg chg="del">
          <ac:chgData name="Elias Zakaria Mohellebi" userId="56af4c4a-6968-4862-9093-57b2055c8dd8" providerId="ADAL" clId="{1E1FDC68-94F7-5A2E-B020-A4526CA46D83}" dt="2026-10-13T08:14:40.972" v="3645" actId="478"/>
          <ac:spMkLst>
            <pc:docMk/>
            <pc:sldMk cId="1754822188" sldId="316"/>
            <ac:spMk id="3" creationId="{B5F3B66D-E652-86DB-85C5-7E473C97A5EC}"/>
          </ac:spMkLst>
        </pc:spChg>
        <pc:spChg chg="del">
          <ac:chgData name="Elias Zakaria Mohellebi" userId="56af4c4a-6968-4862-9093-57b2055c8dd8" providerId="ADAL" clId="{1E1FDC68-94F7-5A2E-B020-A4526CA46D83}" dt="2026-10-13T08:14:38.845" v="3644" actId="478"/>
          <ac:spMkLst>
            <pc:docMk/>
            <pc:sldMk cId="1754822188" sldId="316"/>
            <ac:spMk id="4" creationId="{FDF5697C-35D6-3E5E-2651-963E707E0F4A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5" creationId="{56A1DE36-ACB9-B39C-5EFF-B63D1A4BE208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8" creationId="{9E93E3E7-B9C8-1936-211D-AD511BB8A65F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14" creationId="{CB3C4B3F-E956-40F4-6CDE-5A8AFA5E1E0C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15" creationId="{EB280B48-7F18-EEC1-B74D-EDAAF80846E7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18" creationId="{E611003F-5970-6DE8-84E5-7A67C31E0559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23" creationId="{EEBC638B-82B6-66BA-39A8-E766B31BABA8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24" creationId="{EC7534EB-37C0-14DA-5179-25EB58D24FCF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25" creationId="{717BFA78-E181-6C08-3F45-37744B5F755D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26" creationId="{2355AB85-5FCB-9714-4E66-16CE0150F626}"/>
          </ac:spMkLst>
        </pc:spChg>
        <pc:spChg chg="add mod">
          <ac:chgData name="Elias Zakaria Mohellebi" userId="56af4c4a-6968-4862-9093-57b2055c8dd8" providerId="ADAL" clId="{1E1FDC68-94F7-5A2E-B020-A4526CA46D83}" dt="2026-10-13T08:14:51.186" v="3646"/>
          <ac:spMkLst>
            <pc:docMk/>
            <pc:sldMk cId="1754822188" sldId="316"/>
            <ac:spMk id="27" creationId="{DF0CDF6F-103F-D9B4-E5A4-B45652CF3FBB}"/>
          </ac:spMkLst>
        </pc:spChg>
        <pc:picChg chg="del">
          <ac:chgData name="Elias Zakaria Mohellebi" userId="56af4c4a-6968-4862-9093-57b2055c8dd8" providerId="ADAL" clId="{1E1FDC68-94F7-5A2E-B020-A4526CA46D83}" dt="2026-10-13T08:14:36.070" v="3643" actId="478"/>
          <ac:picMkLst>
            <pc:docMk/>
            <pc:sldMk cId="1754822188" sldId="316"/>
            <ac:picMk id="6" creationId="{983F3A2D-630C-5AC2-8D7C-2F6E1B089924}"/>
          </ac:picMkLst>
        </pc:picChg>
      </pc:sldChg>
      <pc:sldChg chg="addSp delSp modSp add mod modNotesTx">
        <pc:chgData name="Elias Zakaria Mohellebi" userId="56af4c4a-6968-4862-9093-57b2055c8dd8" providerId="ADAL" clId="{1E1FDC68-94F7-5A2E-B020-A4526CA46D83}" dt="2026-10-13T08:55:04.512" v="3948" actId="6549"/>
        <pc:sldMkLst>
          <pc:docMk/>
          <pc:sldMk cId="3985704348" sldId="317"/>
        </pc:sldMkLst>
        <pc:spChg chg="mod">
          <ac:chgData name="Elias Zakaria Mohellebi" userId="56af4c4a-6968-4862-9093-57b2055c8dd8" providerId="ADAL" clId="{1E1FDC68-94F7-5A2E-B020-A4526CA46D83}" dt="2026-10-13T08:55:04.512" v="3948" actId="6549"/>
          <ac:spMkLst>
            <pc:docMk/>
            <pc:sldMk cId="3985704348" sldId="317"/>
            <ac:spMk id="2" creationId="{AF42FFBC-18F8-5ACC-B746-86687089C61E}"/>
          </ac:spMkLst>
        </pc:spChg>
        <pc:spChg chg="del">
          <ac:chgData name="Elias Zakaria Mohellebi" userId="56af4c4a-6968-4862-9093-57b2055c8dd8" providerId="ADAL" clId="{1E1FDC68-94F7-5A2E-B020-A4526CA46D83}" dt="2026-10-13T08:16:05.855" v="3648" actId="478"/>
          <ac:spMkLst>
            <pc:docMk/>
            <pc:sldMk cId="3985704348" sldId="317"/>
            <ac:spMk id="3" creationId="{7CCEB07E-B8D5-D2BD-0989-A66431133946}"/>
          </ac:spMkLst>
        </pc:spChg>
        <pc:spChg chg="del">
          <ac:chgData name="Elias Zakaria Mohellebi" userId="56af4c4a-6968-4862-9093-57b2055c8dd8" providerId="ADAL" clId="{1E1FDC68-94F7-5A2E-B020-A4526CA46D83}" dt="2026-10-13T08:16:05.855" v="3648" actId="478"/>
          <ac:spMkLst>
            <pc:docMk/>
            <pc:sldMk cId="3985704348" sldId="317"/>
            <ac:spMk id="4" creationId="{3AF69ADF-FB40-52CA-844D-5DBAD94616A1}"/>
          </ac:spMkLst>
        </pc:spChg>
        <pc:spChg chg="del">
          <ac:chgData name="Elias Zakaria Mohellebi" userId="56af4c4a-6968-4862-9093-57b2055c8dd8" providerId="ADAL" clId="{1E1FDC68-94F7-5A2E-B020-A4526CA46D83}" dt="2026-10-13T08:16:05.855" v="3648" actId="478"/>
          <ac:spMkLst>
            <pc:docMk/>
            <pc:sldMk cId="3985704348" sldId="317"/>
            <ac:spMk id="5" creationId="{97592BF4-7543-B8FE-426C-F2B3223B685F}"/>
          </ac:spMkLst>
        </pc:spChg>
        <pc:spChg chg="del">
          <ac:chgData name="Elias Zakaria Mohellebi" userId="56af4c4a-6968-4862-9093-57b2055c8dd8" providerId="ADAL" clId="{1E1FDC68-94F7-5A2E-B020-A4526CA46D83}" dt="2026-10-13T08:16:05.855" v="3648" actId="478"/>
          <ac:spMkLst>
            <pc:docMk/>
            <pc:sldMk cId="3985704348" sldId="317"/>
            <ac:spMk id="6" creationId="{A5437B9A-CE47-4950-B300-D56D6215667E}"/>
          </ac:spMkLst>
        </pc:spChg>
        <pc:spChg chg="add mod">
          <ac:chgData name="Elias Zakaria Mohellebi" userId="56af4c4a-6968-4862-9093-57b2055c8dd8" providerId="ADAL" clId="{1E1FDC68-94F7-5A2E-B020-A4526CA46D83}" dt="2026-10-13T08:16:15.573" v="3649"/>
          <ac:spMkLst>
            <pc:docMk/>
            <pc:sldMk cId="3985704348" sldId="317"/>
            <ac:spMk id="8" creationId="{C079CCFB-ADA4-4EEC-8188-82CEC4BC9ED6}"/>
          </ac:spMkLst>
        </pc:spChg>
        <pc:spChg chg="del">
          <ac:chgData name="Elias Zakaria Mohellebi" userId="56af4c4a-6968-4862-9093-57b2055c8dd8" providerId="ADAL" clId="{1E1FDC68-94F7-5A2E-B020-A4526CA46D83}" dt="2026-10-13T08:16:05.855" v="3648" actId="478"/>
          <ac:spMkLst>
            <pc:docMk/>
            <pc:sldMk cId="3985704348" sldId="317"/>
            <ac:spMk id="10" creationId="{BDA51193-0CCB-5117-1DF7-E89D77F1D5C0}"/>
          </ac:spMkLst>
        </pc:spChg>
        <pc:spChg chg="add mod">
          <ac:chgData name="Elias Zakaria Mohellebi" userId="56af4c4a-6968-4862-9093-57b2055c8dd8" providerId="ADAL" clId="{1E1FDC68-94F7-5A2E-B020-A4526CA46D83}" dt="2026-10-13T08:16:15.573" v="3649"/>
          <ac:spMkLst>
            <pc:docMk/>
            <pc:sldMk cId="3985704348" sldId="317"/>
            <ac:spMk id="11" creationId="{492C55A6-236D-1C64-7EED-1B3A476F9830}"/>
          </ac:spMkLst>
        </pc:spChg>
        <pc:spChg chg="add mod">
          <ac:chgData name="Elias Zakaria Mohellebi" userId="56af4c4a-6968-4862-9093-57b2055c8dd8" providerId="ADAL" clId="{1E1FDC68-94F7-5A2E-B020-A4526CA46D83}" dt="2026-10-13T08:16:15.573" v="3649"/>
          <ac:spMkLst>
            <pc:docMk/>
            <pc:sldMk cId="3985704348" sldId="317"/>
            <ac:spMk id="13" creationId="{40EF37DF-DD27-3410-3F89-9BF6AB6A4443}"/>
          </ac:spMkLst>
        </pc:spChg>
        <pc:spChg chg="add mod">
          <ac:chgData name="Elias Zakaria Mohellebi" userId="56af4c4a-6968-4862-9093-57b2055c8dd8" providerId="ADAL" clId="{1E1FDC68-94F7-5A2E-B020-A4526CA46D83}" dt="2026-10-13T08:16:15.573" v="3649"/>
          <ac:spMkLst>
            <pc:docMk/>
            <pc:sldMk cId="3985704348" sldId="317"/>
            <ac:spMk id="14" creationId="{3C250B3D-8F11-EDE0-1A91-9980BA38F842}"/>
          </ac:spMkLst>
        </pc:spChg>
        <pc:graphicFrameChg chg="add mod">
          <ac:chgData name="Elias Zakaria Mohellebi" userId="56af4c4a-6968-4862-9093-57b2055c8dd8" providerId="ADAL" clId="{1E1FDC68-94F7-5A2E-B020-A4526CA46D83}" dt="2026-10-13T08:16:15.573" v="3649"/>
          <ac:graphicFrameMkLst>
            <pc:docMk/>
            <pc:sldMk cId="3985704348" sldId="317"/>
            <ac:graphicFrameMk id="12" creationId="{8D04EE29-D1B5-A70D-485B-E0306290B0E9}"/>
          </ac:graphicFrameMkLst>
        </pc:graphicFrameChg>
        <pc:picChg chg="del">
          <ac:chgData name="Elias Zakaria Mohellebi" userId="56af4c4a-6968-4862-9093-57b2055c8dd8" providerId="ADAL" clId="{1E1FDC68-94F7-5A2E-B020-A4526CA46D83}" dt="2026-10-13T08:16:05.855" v="3648" actId="478"/>
          <ac:picMkLst>
            <pc:docMk/>
            <pc:sldMk cId="3985704348" sldId="317"/>
            <ac:picMk id="7" creationId="{CD61CE6A-48A1-938C-FA63-258F5F83178C}"/>
          </ac:picMkLst>
        </pc:picChg>
      </pc:sldChg>
      <pc:sldChg chg="addSp delSp modSp add mod modNotesTx">
        <pc:chgData name="Elias Zakaria Mohellebi" userId="56af4c4a-6968-4862-9093-57b2055c8dd8" providerId="ADAL" clId="{1E1FDC68-94F7-5A2E-B020-A4526CA46D83}" dt="2026-10-13T08:53:31.575" v="3920" actId="20577"/>
        <pc:sldMkLst>
          <pc:docMk/>
          <pc:sldMk cId="3677404313" sldId="318"/>
        </pc:sldMkLst>
        <pc:spChg chg="mod">
          <ac:chgData name="Elias Zakaria Mohellebi" userId="56af4c4a-6968-4862-9093-57b2055c8dd8" providerId="ADAL" clId="{1E1FDC68-94F7-5A2E-B020-A4526CA46D83}" dt="2026-10-13T08:44:16.820" v="3775" actId="20577"/>
          <ac:spMkLst>
            <pc:docMk/>
            <pc:sldMk cId="3677404313" sldId="318"/>
            <ac:spMk id="2" creationId="{514BBC02-85CF-89D7-AEE0-539CAF738407}"/>
          </ac:spMkLst>
        </pc:spChg>
        <pc:spChg chg="del">
          <ac:chgData name="Elias Zakaria Mohellebi" userId="56af4c4a-6968-4862-9093-57b2055c8dd8" providerId="ADAL" clId="{1E1FDC68-94F7-5A2E-B020-A4526CA46D83}" dt="2026-10-13T08:17:33.878" v="3651" actId="478"/>
          <ac:spMkLst>
            <pc:docMk/>
            <pc:sldMk cId="3677404313" sldId="318"/>
            <ac:spMk id="3" creationId="{0F1957D7-8379-E442-414E-2025A71405AC}"/>
          </ac:spMkLst>
        </pc:spChg>
        <pc:spChg chg="del">
          <ac:chgData name="Elias Zakaria Mohellebi" userId="56af4c4a-6968-4862-9093-57b2055c8dd8" providerId="ADAL" clId="{1E1FDC68-94F7-5A2E-B020-A4526CA46D83}" dt="2026-10-13T08:17:33.878" v="3651" actId="478"/>
          <ac:spMkLst>
            <pc:docMk/>
            <pc:sldMk cId="3677404313" sldId="318"/>
            <ac:spMk id="4" creationId="{01EEA4F7-8CD1-FE68-109B-1BCFCE809D09}"/>
          </ac:spMkLst>
        </pc:spChg>
        <pc:spChg chg="del">
          <ac:chgData name="Elias Zakaria Mohellebi" userId="56af4c4a-6968-4862-9093-57b2055c8dd8" providerId="ADAL" clId="{1E1FDC68-94F7-5A2E-B020-A4526CA46D83}" dt="2026-10-13T08:17:33.878" v="3651" actId="478"/>
          <ac:spMkLst>
            <pc:docMk/>
            <pc:sldMk cId="3677404313" sldId="318"/>
            <ac:spMk id="5" creationId="{5FE3DA81-ABF3-0CD2-6AF5-EF119E61838E}"/>
          </ac:spMkLst>
        </pc:spChg>
        <pc:spChg chg="del">
          <ac:chgData name="Elias Zakaria Mohellebi" userId="56af4c4a-6968-4862-9093-57b2055c8dd8" providerId="ADAL" clId="{1E1FDC68-94F7-5A2E-B020-A4526CA46D83}" dt="2026-10-13T08:17:33.878" v="3651" actId="478"/>
          <ac:spMkLst>
            <pc:docMk/>
            <pc:sldMk cId="3677404313" sldId="318"/>
            <ac:spMk id="6" creationId="{032C7397-C2BB-DE9A-B51B-542AE4A1BA06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7" creationId="{4055A486-634C-AAAC-31BE-5D663510A4B0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8" creationId="{C0A83703-6396-C4E0-4BB7-ECED9F791977}"/>
          </ac:spMkLst>
        </pc:spChg>
        <pc:spChg chg="del">
          <ac:chgData name="Elias Zakaria Mohellebi" userId="56af4c4a-6968-4862-9093-57b2055c8dd8" providerId="ADAL" clId="{1E1FDC68-94F7-5A2E-B020-A4526CA46D83}" dt="2026-10-13T08:17:33.878" v="3651" actId="478"/>
          <ac:spMkLst>
            <pc:docMk/>
            <pc:sldMk cId="3677404313" sldId="318"/>
            <ac:spMk id="10" creationId="{EE827AE3-45DF-4E5B-90EE-D34FA1A5A313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20" creationId="{EAF73879-D049-3506-2ED9-34E2D5A9EBE3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21" creationId="{0B93C072-B9E6-A85D-CD30-F1D32A8A41A1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22" creationId="{59D87923-AA79-6730-C0AE-0DF570827C60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23" creationId="{C96FBBF7-FA5B-E57D-7670-F587EC331DE4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24" creationId="{3B4A75CA-AFDB-DA76-13B0-AB0E0D0BF898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31" creationId="{2F7A9601-0AE0-3FC9-AADF-E9A13737B380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32" creationId="{A4D636F5-95E5-5826-93C5-D25648741EB3}"/>
          </ac:spMkLst>
        </pc:spChg>
        <pc:spChg chg="add mod">
          <ac:chgData name="Elias Zakaria Mohellebi" userId="56af4c4a-6968-4862-9093-57b2055c8dd8" providerId="ADAL" clId="{1E1FDC68-94F7-5A2E-B020-A4526CA46D83}" dt="2026-10-13T08:17:43.866" v="3652"/>
          <ac:spMkLst>
            <pc:docMk/>
            <pc:sldMk cId="3677404313" sldId="318"/>
            <ac:spMk id="33" creationId="{3107B378-3B42-3841-AB83-845864BBA688}"/>
          </ac:spMkLst>
        </pc:spChg>
        <pc:picChg chg="del">
          <ac:chgData name="Elias Zakaria Mohellebi" userId="56af4c4a-6968-4862-9093-57b2055c8dd8" providerId="ADAL" clId="{1E1FDC68-94F7-5A2E-B020-A4526CA46D83}" dt="2026-10-13T08:17:33.878" v="3651" actId="478"/>
          <ac:picMkLst>
            <pc:docMk/>
            <pc:sldMk cId="3677404313" sldId="318"/>
            <ac:picMk id="11" creationId="{D0A7133B-CAA9-AA8C-13D6-47E9797AE4FB}"/>
          </ac:picMkLst>
        </pc:picChg>
      </pc:sldChg>
      <pc:sldChg chg="addSp delSp modSp add mod modNotesTx">
        <pc:chgData name="Elias Zakaria Mohellebi" userId="56af4c4a-6968-4862-9093-57b2055c8dd8" providerId="ADAL" clId="{1E1FDC68-94F7-5A2E-B020-A4526CA46D83}" dt="2026-10-13T08:55:20.822" v="3952" actId="20577"/>
        <pc:sldMkLst>
          <pc:docMk/>
          <pc:sldMk cId="1599435418" sldId="319"/>
        </pc:sldMkLst>
        <pc:spChg chg="mod">
          <ac:chgData name="Elias Zakaria Mohellebi" userId="56af4c4a-6968-4862-9093-57b2055c8dd8" providerId="ADAL" clId="{1E1FDC68-94F7-5A2E-B020-A4526CA46D83}" dt="2026-10-13T08:55:20.822" v="3952" actId="20577"/>
          <ac:spMkLst>
            <pc:docMk/>
            <pc:sldMk cId="1599435418" sldId="319"/>
            <ac:spMk id="2" creationId="{C425D9E0-0BAF-3D5A-071B-551880DD46B8}"/>
          </ac:spMkLst>
        </pc:spChg>
        <pc:spChg chg="add mod">
          <ac:chgData name="Elias Zakaria Mohellebi" userId="56af4c4a-6968-4862-9093-57b2055c8dd8" providerId="ADAL" clId="{1E1FDC68-94F7-5A2E-B020-A4526CA46D83}" dt="2026-10-13T08:46:01.809" v="3783"/>
          <ac:spMkLst>
            <pc:docMk/>
            <pc:sldMk cId="1599435418" sldId="319"/>
            <ac:spMk id="3" creationId="{D6463072-448D-114B-03EF-6178AFE9A4C9}"/>
          </ac:spMkLst>
        </pc:spChg>
        <pc:spChg chg="add mod">
          <ac:chgData name="Elias Zakaria Mohellebi" userId="56af4c4a-6968-4862-9093-57b2055c8dd8" providerId="ADAL" clId="{1E1FDC68-94F7-5A2E-B020-A4526CA46D83}" dt="2026-10-13T08:46:01.809" v="3783"/>
          <ac:spMkLst>
            <pc:docMk/>
            <pc:sldMk cId="1599435418" sldId="319"/>
            <ac:spMk id="4" creationId="{0365656F-A59C-B152-F0D8-12BD828C8AD1}"/>
          </ac:spMkLst>
        </pc:spChg>
        <pc:spChg chg="add mod">
          <ac:chgData name="Elias Zakaria Mohellebi" userId="56af4c4a-6968-4862-9093-57b2055c8dd8" providerId="ADAL" clId="{1E1FDC68-94F7-5A2E-B020-A4526CA46D83}" dt="2026-10-13T08:46:01.809" v="3783"/>
          <ac:spMkLst>
            <pc:docMk/>
            <pc:sldMk cId="1599435418" sldId="319"/>
            <ac:spMk id="6" creationId="{5B188388-65A0-7DE4-9905-C8356852CB5F}"/>
          </ac:spMkLst>
        </pc:spChg>
        <pc:spChg chg="add mod">
          <ac:chgData name="Elias Zakaria Mohellebi" userId="56af4c4a-6968-4862-9093-57b2055c8dd8" providerId="ADAL" clId="{1E1FDC68-94F7-5A2E-B020-A4526CA46D83}" dt="2026-10-13T08:46:01.809" v="3783"/>
          <ac:spMkLst>
            <pc:docMk/>
            <pc:sldMk cId="1599435418" sldId="319"/>
            <ac:spMk id="7" creationId="{98445994-555F-384B-BE59-DD62E4B8F1E5}"/>
          </ac:spMkLst>
        </pc:spChg>
        <pc:spChg chg="del">
          <ac:chgData name="Elias Zakaria Mohellebi" userId="56af4c4a-6968-4862-9093-57b2055c8dd8" providerId="ADAL" clId="{1E1FDC68-94F7-5A2E-B020-A4526CA46D83}" dt="2026-10-13T08:45:43.031" v="3782" actId="478"/>
          <ac:spMkLst>
            <pc:docMk/>
            <pc:sldMk cId="1599435418" sldId="319"/>
            <ac:spMk id="8" creationId="{1A98BA9A-5BFF-54FE-C2DF-AF4602337AEF}"/>
          </ac:spMkLst>
        </pc:spChg>
        <pc:spChg chg="del">
          <ac:chgData name="Elias Zakaria Mohellebi" userId="56af4c4a-6968-4862-9093-57b2055c8dd8" providerId="ADAL" clId="{1E1FDC68-94F7-5A2E-B020-A4526CA46D83}" dt="2026-10-13T08:45:43.031" v="3782" actId="478"/>
          <ac:spMkLst>
            <pc:docMk/>
            <pc:sldMk cId="1599435418" sldId="319"/>
            <ac:spMk id="11" creationId="{C4AD0A1A-BB14-9EAD-96C1-A69E542C8A84}"/>
          </ac:spMkLst>
        </pc:spChg>
        <pc:spChg chg="del">
          <ac:chgData name="Elias Zakaria Mohellebi" userId="56af4c4a-6968-4862-9093-57b2055c8dd8" providerId="ADAL" clId="{1E1FDC68-94F7-5A2E-B020-A4526CA46D83}" dt="2026-10-13T08:45:43.031" v="3782" actId="478"/>
          <ac:spMkLst>
            <pc:docMk/>
            <pc:sldMk cId="1599435418" sldId="319"/>
            <ac:spMk id="13" creationId="{301209BC-825A-8F2A-0343-EBB9363198A2}"/>
          </ac:spMkLst>
        </pc:spChg>
        <pc:spChg chg="del">
          <ac:chgData name="Elias Zakaria Mohellebi" userId="56af4c4a-6968-4862-9093-57b2055c8dd8" providerId="ADAL" clId="{1E1FDC68-94F7-5A2E-B020-A4526CA46D83}" dt="2026-10-13T08:45:43.031" v="3782" actId="478"/>
          <ac:spMkLst>
            <pc:docMk/>
            <pc:sldMk cId="1599435418" sldId="319"/>
            <ac:spMk id="14" creationId="{6C05C9B7-18A7-C64F-64A9-2C8A5C2CB050}"/>
          </ac:spMkLst>
        </pc:spChg>
        <pc:graphicFrameChg chg="add mod">
          <ac:chgData name="Elias Zakaria Mohellebi" userId="56af4c4a-6968-4862-9093-57b2055c8dd8" providerId="ADAL" clId="{1E1FDC68-94F7-5A2E-B020-A4526CA46D83}" dt="2026-10-13T08:46:01.809" v="3783"/>
          <ac:graphicFrameMkLst>
            <pc:docMk/>
            <pc:sldMk cId="1599435418" sldId="319"/>
            <ac:graphicFrameMk id="5" creationId="{C1518B1B-D806-C3BD-8690-6CA4330EFA6F}"/>
          </ac:graphicFrameMkLst>
        </pc:graphicFrameChg>
        <pc:graphicFrameChg chg="del">
          <ac:chgData name="Elias Zakaria Mohellebi" userId="56af4c4a-6968-4862-9093-57b2055c8dd8" providerId="ADAL" clId="{1E1FDC68-94F7-5A2E-B020-A4526CA46D83}" dt="2026-10-13T08:45:43.031" v="3782" actId="478"/>
          <ac:graphicFrameMkLst>
            <pc:docMk/>
            <pc:sldMk cId="1599435418" sldId="319"/>
            <ac:graphicFrameMk id="12" creationId="{6FCB2839-F5F4-DC79-7730-4736B65B048C}"/>
          </ac:graphicFrameMkLst>
        </pc:graphicFrameChg>
      </pc:sldChg>
      <pc:sldChg chg="addSp delSp modSp add mod modNotesTx">
        <pc:chgData name="Elias Zakaria Mohellebi" userId="56af4c4a-6968-4862-9093-57b2055c8dd8" providerId="ADAL" clId="{1E1FDC68-94F7-5A2E-B020-A4526CA46D83}" dt="2026-10-13T09:02:12.155" v="4102" actId="6549"/>
        <pc:sldMkLst>
          <pc:docMk/>
          <pc:sldMk cId="461743630" sldId="320"/>
        </pc:sldMkLst>
        <pc:spChg chg="mod">
          <ac:chgData name="Elias Zakaria Mohellebi" userId="56af4c4a-6968-4862-9093-57b2055c8dd8" providerId="ADAL" clId="{1E1FDC68-94F7-5A2E-B020-A4526CA46D83}" dt="2026-10-13T08:59:53.530" v="4057" actId="20577"/>
          <ac:spMkLst>
            <pc:docMk/>
            <pc:sldMk cId="461743630" sldId="320"/>
            <ac:spMk id="2" creationId="{914EA3F1-22D5-09BB-4075-EE7E60172014}"/>
          </ac:spMkLst>
        </pc:spChg>
        <pc:spChg chg="del">
          <ac:chgData name="Elias Zakaria Mohellebi" userId="56af4c4a-6968-4862-9093-57b2055c8dd8" providerId="ADAL" clId="{1E1FDC68-94F7-5A2E-B020-A4526CA46D83}" dt="2026-10-13T08:59:50.313" v="4055" actId="478"/>
          <ac:spMkLst>
            <pc:docMk/>
            <pc:sldMk cId="461743630" sldId="320"/>
            <ac:spMk id="3" creationId="{42432910-A980-9251-D2A2-5A6253B6F4DF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4" creationId="{E5F969B2-DF37-2B5E-5682-9944A8BFB174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5" creationId="{794B333C-84CF-4530-A237-2F51DB512F5B}"/>
          </ac:spMkLst>
        </pc:spChg>
        <pc:spChg chg="del">
          <ac:chgData name="Elias Zakaria Mohellebi" userId="56af4c4a-6968-4862-9093-57b2055c8dd8" providerId="ADAL" clId="{1E1FDC68-94F7-5A2E-B020-A4526CA46D83}" dt="2026-10-13T08:59:50.313" v="4055" actId="478"/>
          <ac:spMkLst>
            <pc:docMk/>
            <pc:sldMk cId="461743630" sldId="320"/>
            <ac:spMk id="6" creationId="{8D43CFFE-F188-43B0-7A20-00C02837C797}"/>
          </ac:spMkLst>
        </pc:spChg>
        <pc:spChg chg="del">
          <ac:chgData name="Elias Zakaria Mohellebi" userId="56af4c4a-6968-4862-9093-57b2055c8dd8" providerId="ADAL" clId="{1E1FDC68-94F7-5A2E-B020-A4526CA46D83}" dt="2026-10-13T08:59:50.313" v="4055" actId="478"/>
          <ac:spMkLst>
            <pc:docMk/>
            <pc:sldMk cId="461743630" sldId="320"/>
            <ac:spMk id="7" creationId="{1367C94E-4BA4-5AA7-3999-11A7C749FEE8}"/>
          </ac:spMkLst>
        </pc:spChg>
        <pc:spChg chg="del">
          <ac:chgData name="Elias Zakaria Mohellebi" userId="56af4c4a-6968-4862-9093-57b2055c8dd8" providerId="ADAL" clId="{1E1FDC68-94F7-5A2E-B020-A4526CA46D83}" dt="2026-10-13T08:59:50.313" v="4055" actId="478"/>
          <ac:spMkLst>
            <pc:docMk/>
            <pc:sldMk cId="461743630" sldId="320"/>
            <ac:spMk id="8" creationId="{5AF4B3C1-B75D-9582-2F81-0AC0B48B485F}"/>
          </ac:spMkLst>
        </pc:spChg>
        <pc:spChg chg="del">
          <ac:chgData name="Elias Zakaria Mohellebi" userId="56af4c4a-6968-4862-9093-57b2055c8dd8" providerId="ADAL" clId="{1E1FDC68-94F7-5A2E-B020-A4526CA46D83}" dt="2026-10-13T08:59:50.313" v="4055" actId="478"/>
          <ac:spMkLst>
            <pc:docMk/>
            <pc:sldMk cId="461743630" sldId="320"/>
            <ac:spMk id="10" creationId="{4F3A8ACB-4AEF-7A64-5453-620CC60C38C9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17" creationId="{09D8B335-5FBA-A7B9-A04C-86829CE1D540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19" creationId="{B79ED750-FCF1-6D7E-1760-C77A4B9DD6A4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22" creationId="{33051C8B-A53A-5304-61BF-E873E4DEB483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24" creationId="{765A8DA3-A213-79BC-CF30-71083FAF3F91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30" creationId="{3803BB23-E825-70CD-72C4-7066CAE87EEC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31" creationId="{4FCB296A-7CD4-87C5-CF45-81E4C51AF649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36" creationId="{0564E128-BEF8-49D7-5837-6A40C941AEF7}"/>
          </ac:spMkLst>
        </pc:spChg>
        <pc:spChg chg="add mod">
          <ac:chgData name="Elias Zakaria Mohellebi" userId="56af4c4a-6968-4862-9093-57b2055c8dd8" providerId="ADAL" clId="{1E1FDC68-94F7-5A2E-B020-A4526CA46D83}" dt="2026-10-13T09:00:02.180" v="4058"/>
          <ac:spMkLst>
            <pc:docMk/>
            <pc:sldMk cId="461743630" sldId="320"/>
            <ac:spMk id="37" creationId="{599B6735-82F5-D246-AE8E-AE438136BC49}"/>
          </ac:spMkLst>
        </pc:spChg>
        <pc:picChg chg="del">
          <ac:chgData name="Elias Zakaria Mohellebi" userId="56af4c4a-6968-4862-9093-57b2055c8dd8" providerId="ADAL" clId="{1E1FDC68-94F7-5A2E-B020-A4526CA46D83}" dt="2026-10-13T08:59:50.313" v="4055" actId="478"/>
          <ac:picMkLst>
            <pc:docMk/>
            <pc:sldMk cId="461743630" sldId="320"/>
            <ac:picMk id="12" creationId="{9EE242A9-6778-0D98-106A-DB85C7106A88}"/>
          </ac:picMkLst>
        </pc:picChg>
      </pc:sldChg>
      <pc:sldChg chg="addSp delSp modSp add del mod ord">
        <pc:chgData name="Elias Zakaria Mohellebi" userId="56af4c4a-6968-4862-9093-57b2055c8dd8" providerId="ADAL" clId="{1E1FDC68-94F7-5A2E-B020-A4526CA46D83}" dt="2026-10-14T07:48:37.104" v="4717" actId="2696"/>
        <pc:sldMkLst>
          <pc:docMk/>
          <pc:sldMk cId="1145840718" sldId="321"/>
        </pc:sldMkLst>
        <pc:spChg chg="mod">
          <ac:chgData name="Elias Zakaria Mohellebi" userId="56af4c4a-6968-4862-9093-57b2055c8dd8" providerId="ADAL" clId="{1E1FDC68-94F7-5A2E-B020-A4526CA46D83}" dt="2026-10-13T09:05:54.632" v="4141" actId="20577"/>
          <ac:spMkLst>
            <pc:docMk/>
            <pc:sldMk cId="1145840718" sldId="321"/>
            <ac:spMk id="2" creationId="{08996A0C-1C30-DFA6-DBA4-A3FA13DD443A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4" creationId="{6BC4F3F1-E010-30F8-3167-F202E83BBBF7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7" creationId="{A89ED4D6-D5DD-6290-FCE0-E358B4B6235C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8" creationId="{A45DEED7-5816-ADEB-6E9F-2483872CB131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11" creationId="{E18FF266-73FA-7E8E-A6BD-19092BD1B09F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14" creationId="{D7B1755F-D5FF-7708-E6CB-0665EF143766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21" creationId="{374B293D-CBEF-A718-01FB-D25753D9A78A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23" creationId="{F06D5351-DAA7-5516-E979-5C80722AA2DD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28" creationId="{4D2F17AC-4277-D058-3F61-DE52ED22159B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30" creationId="{EB0FF60B-A9C1-5555-C516-3931C3A81E53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33" creationId="{AA6E4D6C-5AFF-9912-8ADA-9DF45D5D0E2B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35" creationId="{755CADEA-757A-F8AB-755B-680AEDBB5303}"/>
          </ac:spMkLst>
        </pc:spChg>
        <pc:spChg chg="del">
          <ac:chgData name="Elias Zakaria Mohellebi" userId="56af4c4a-6968-4862-9093-57b2055c8dd8" providerId="ADAL" clId="{1E1FDC68-94F7-5A2E-B020-A4526CA46D83}" dt="2026-10-13T09:03:29.745" v="4111" actId="478"/>
          <ac:spMkLst>
            <pc:docMk/>
            <pc:sldMk cId="1145840718" sldId="321"/>
            <ac:spMk id="37" creationId="{EDE8B61E-89EE-6172-835C-1830CFD23F75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42" creationId="{367D94B4-9929-32C6-B3C3-FD418366E518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44" creationId="{7DB1C86C-F785-4A28-DFCE-C42270705AD9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48" creationId="{B2614947-D7E2-D164-CCA6-0F62DAA0E797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55" creationId="{07DBD79D-1B47-8F97-902B-FD21D082C665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62" creationId="{3B006DF9-73EC-1FBC-C1B1-7EC085BBDF28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65" creationId="{22C1D45C-6241-676E-AAB3-82F144B0BD62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66" creationId="{5BB6A1A4-62B1-AA94-6AFD-A489C73480DD}"/>
          </ac:spMkLst>
        </pc:spChg>
        <pc:spChg chg="add mod">
          <ac:chgData name="Elias Zakaria Mohellebi" userId="56af4c4a-6968-4862-9093-57b2055c8dd8" providerId="ADAL" clId="{1E1FDC68-94F7-5A2E-B020-A4526CA46D83}" dt="2026-10-13T09:03:38.063" v="4112"/>
          <ac:spMkLst>
            <pc:docMk/>
            <pc:sldMk cId="1145840718" sldId="321"/>
            <ac:spMk id="69" creationId="{14ED0A9D-CEF9-F8C6-CA92-64B401C24980}"/>
          </ac:spMkLst>
        </pc:spChg>
      </pc:sldChg>
      <pc:sldChg chg="addSp delSp modSp add mod">
        <pc:chgData name="Elias Zakaria Mohellebi" userId="56af4c4a-6968-4862-9093-57b2055c8dd8" providerId="ADAL" clId="{1E1FDC68-94F7-5A2E-B020-A4526CA46D83}" dt="2026-10-13T09:07:38.638" v="4161" actId="20577"/>
        <pc:sldMkLst>
          <pc:docMk/>
          <pc:sldMk cId="2841057976" sldId="322"/>
        </pc:sldMkLst>
        <pc:spChg chg="mod">
          <ac:chgData name="Elias Zakaria Mohellebi" userId="56af4c4a-6968-4862-9093-57b2055c8dd8" providerId="ADAL" clId="{1E1FDC68-94F7-5A2E-B020-A4526CA46D83}" dt="2026-10-13T09:07:38.638" v="4161" actId="20577"/>
          <ac:spMkLst>
            <pc:docMk/>
            <pc:sldMk cId="2841057976" sldId="322"/>
            <ac:spMk id="2" creationId="{03329692-F2D1-7C81-7E92-26BE13F02BAF}"/>
          </ac:spMkLst>
        </pc:spChg>
        <pc:spChg chg="add mod">
          <ac:chgData name="Elias Zakaria Mohellebi" userId="56af4c4a-6968-4862-9093-57b2055c8dd8" providerId="ADAL" clId="{1E1FDC68-94F7-5A2E-B020-A4526CA46D83}" dt="2026-10-13T09:06:26.487" v="4144"/>
          <ac:spMkLst>
            <pc:docMk/>
            <pc:sldMk cId="2841057976" sldId="322"/>
            <ac:spMk id="4" creationId="{168F7791-A22E-3215-6B85-AE6911BDC396}"/>
          </ac:spMkLst>
        </pc:spChg>
        <pc:spChg chg="add mod">
          <ac:chgData name="Elias Zakaria Mohellebi" userId="56af4c4a-6968-4862-9093-57b2055c8dd8" providerId="ADAL" clId="{1E1FDC68-94F7-5A2E-B020-A4526CA46D83}" dt="2026-10-13T09:06:26.487" v="4144"/>
          <ac:spMkLst>
            <pc:docMk/>
            <pc:sldMk cId="2841057976" sldId="322"/>
            <ac:spMk id="5" creationId="{5756D22E-76D8-DD73-3507-2E09C6D903EF}"/>
          </ac:spMkLst>
        </pc:spChg>
        <pc:spChg chg="add mod">
          <ac:chgData name="Elias Zakaria Mohellebi" userId="56af4c4a-6968-4862-9093-57b2055c8dd8" providerId="ADAL" clId="{1E1FDC68-94F7-5A2E-B020-A4526CA46D83}" dt="2026-10-13T09:06:26.487" v="4144"/>
          <ac:spMkLst>
            <pc:docMk/>
            <pc:sldMk cId="2841057976" sldId="322"/>
            <ac:spMk id="13" creationId="{59A2106F-FE45-60A9-D6CE-B6C295DE7BC6}"/>
          </ac:spMkLst>
        </pc:spChg>
        <pc:spChg chg="add mod">
          <ac:chgData name="Elias Zakaria Mohellebi" userId="56af4c4a-6968-4862-9093-57b2055c8dd8" providerId="ADAL" clId="{1E1FDC68-94F7-5A2E-B020-A4526CA46D83}" dt="2026-10-13T09:06:26.487" v="4144"/>
          <ac:spMkLst>
            <pc:docMk/>
            <pc:sldMk cId="2841057976" sldId="322"/>
            <ac:spMk id="14" creationId="{A2B74854-947F-CF68-3AC3-A245790DA636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39" creationId="{229C138D-75AB-369A-A6B3-6C89186A3B0A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40" creationId="{D2F42E1A-B216-6339-3751-59145B80A2DB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41" creationId="{F8199E82-974F-8EEC-07F1-DCF3499CE1DD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44" creationId="{369C90A6-775C-2881-5184-3DD54064E63B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46" creationId="{7C7427AA-E084-7336-43BB-C6ED9132E304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49" creationId="{EB30DEC9-7309-915B-28A5-C86335F0F16D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53" creationId="{337DBF23-0EA8-33CD-F366-FAE5FB736E85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64" creationId="{4CB21A12-1DFC-FD48-672E-CD8BA1187A8D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65" creationId="{A3C498FA-46C8-A91C-FA9C-85C9124A66F1}"/>
          </ac:spMkLst>
        </pc:spChg>
        <pc:spChg chg="del">
          <ac:chgData name="Elias Zakaria Mohellebi" userId="56af4c4a-6968-4862-9093-57b2055c8dd8" providerId="ADAL" clId="{1E1FDC68-94F7-5A2E-B020-A4526CA46D83}" dt="2026-10-13T09:06:18.215" v="4143" actId="478"/>
          <ac:spMkLst>
            <pc:docMk/>
            <pc:sldMk cId="2841057976" sldId="322"/>
            <ac:spMk id="66" creationId="{7A7A5845-FAAF-8153-0BE9-60A84F5AB96A}"/>
          </ac:spMkLst>
        </pc:spChg>
        <pc:graphicFrameChg chg="add mod">
          <ac:chgData name="Elias Zakaria Mohellebi" userId="56af4c4a-6968-4862-9093-57b2055c8dd8" providerId="ADAL" clId="{1E1FDC68-94F7-5A2E-B020-A4526CA46D83}" dt="2026-10-13T09:06:26.487" v="4144"/>
          <ac:graphicFrameMkLst>
            <pc:docMk/>
            <pc:sldMk cId="2841057976" sldId="322"/>
            <ac:graphicFrameMk id="11" creationId="{C04151DA-75F9-8737-07E3-D1971D297AFB}"/>
          </ac:graphicFrameMkLst>
        </pc:graphicFrameChg>
      </pc:sldChg>
      <pc:sldChg chg="addSp delSp modSp add mod">
        <pc:chgData name="Elias Zakaria Mohellebi" userId="56af4c4a-6968-4862-9093-57b2055c8dd8" providerId="ADAL" clId="{1E1FDC68-94F7-5A2E-B020-A4526CA46D83}" dt="2026-10-14T14:12:24.557" v="4738" actId="20577"/>
        <pc:sldMkLst>
          <pc:docMk/>
          <pc:sldMk cId="544522066" sldId="323"/>
        </pc:sldMkLst>
        <pc:spChg chg="mod">
          <ac:chgData name="Elias Zakaria Mohellebi" userId="56af4c4a-6968-4862-9093-57b2055c8dd8" providerId="ADAL" clId="{1E1FDC68-94F7-5A2E-B020-A4526CA46D83}" dt="2026-10-14T14:12:24.557" v="4738" actId="20577"/>
          <ac:spMkLst>
            <pc:docMk/>
            <pc:sldMk cId="544522066" sldId="323"/>
            <ac:spMk id="2" creationId="{4548E1EF-86C4-CBB6-E3D4-D2FA50ECC026}"/>
          </ac:spMkLst>
        </pc:spChg>
        <pc:spChg chg="del">
          <ac:chgData name="Elias Zakaria Mohellebi" userId="56af4c4a-6968-4862-9093-57b2055c8dd8" providerId="ADAL" clId="{1E1FDC68-94F7-5A2E-B020-A4526CA46D83}" dt="2026-10-13T09:08:31.290" v="4167" actId="478"/>
          <ac:spMkLst>
            <pc:docMk/>
            <pc:sldMk cId="544522066" sldId="323"/>
            <ac:spMk id="3" creationId="{CFD27319-E344-502F-EB92-811E0CFF45C1}"/>
          </ac:spMkLst>
        </pc:spChg>
        <pc:spChg chg="del">
          <ac:chgData name="Elias Zakaria Mohellebi" userId="56af4c4a-6968-4862-9093-57b2055c8dd8" providerId="ADAL" clId="{1E1FDC68-94F7-5A2E-B020-A4526CA46D83}" dt="2026-10-13T09:08:31.290" v="4167" actId="478"/>
          <ac:spMkLst>
            <pc:docMk/>
            <pc:sldMk cId="544522066" sldId="323"/>
            <ac:spMk id="6" creationId="{79F8396E-9CA7-DE59-5F50-145D50B2A2A7}"/>
          </ac:spMkLst>
        </pc:spChg>
        <pc:spChg chg="del">
          <ac:chgData name="Elias Zakaria Mohellebi" userId="56af4c4a-6968-4862-9093-57b2055c8dd8" providerId="ADAL" clId="{1E1FDC68-94F7-5A2E-B020-A4526CA46D83}" dt="2026-10-13T09:08:31.290" v="4167" actId="478"/>
          <ac:spMkLst>
            <pc:docMk/>
            <pc:sldMk cId="544522066" sldId="323"/>
            <ac:spMk id="7" creationId="{44FD08C2-0A58-601E-BFE5-BA8448FA5289}"/>
          </ac:spMkLst>
        </pc:spChg>
        <pc:spChg chg="del">
          <ac:chgData name="Elias Zakaria Mohellebi" userId="56af4c4a-6968-4862-9093-57b2055c8dd8" providerId="ADAL" clId="{1E1FDC68-94F7-5A2E-B020-A4526CA46D83}" dt="2026-10-13T09:08:31.290" v="4167" actId="478"/>
          <ac:spMkLst>
            <pc:docMk/>
            <pc:sldMk cId="544522066" sldId="323"/>
            <ac:spMk id="8" creationId="{A6616E67-7037-DCF9-2998-89E24A4DDE47}"/>
          </ac:spMkLst>
        </pc:spChg>
        <pc:spChg chg="del">
          <ac:chgData name="Elias Zakaria Mohellebi" userId="56af4c4a-6968-4862-9093-57b2055c8dd8" providerId="ADAL" clId="{1E1FDC68-94F7-5A2E-B020-A4526CA46D83}" dt="2026-10-13T09:08:31.290" v="4167" actId="478"/>
          <ac:spMkLst>
            <pc:docMk/>
            <pc:sldMk cId="544522066" sldId="323"/>
            <ac:spMk id="10" creationId="{DF458119-47D8-BB3F-36D3-35E2D3D7EC7C}"/>
          </ac:spMkLst>
        </pc:spChg>
        <pc:spChg chg="add mod">
          <ac:chgData name="Elias Zakaria Mohellebi" userId="56af4c4a-6968-4862-9093-57b2055c8dd8" providerId="ADAL" clId="{1E1FDC68-94F7-5A2E-B020-A4526CA46D83}" dt="2026-10-13T09:08:32.393" v="4168"/>
          <ac:spMkLst>
            <pc:docMk/>
            <pc:sldMk cId="544522066" sldId="323"/>
            <ac:spMk id="16" creationId="{28AB55CB-4091-7061-707E-F5D0AE932EAE}"/>
          </ac:spMkLst>
        </pc:spChg>
        <pc:spChg chg="add mod">
          <ac:chgData name="Elias Zakaria Mohellebi" userId="56af4c4a-6968-4862-9093-57b2055c8dd8" providerId="ADAL" clId="{1E1FDC68-94F7-5A2E-B020-A4526CA46D83}" dt="2026-10-13T09:08:32.393" v="4168"/>
          <ac:spMkLst>
            <pc:docMk/>
            <pc:sldMk cId="544522066" sldId="323"/>
            <ac:spMk id="19" creationId="{1233E719-7FA1-82EC-40C2-4A3E45D3F175}"/>
          </ac:spMkLst>
        </pc:spChg>
        <pc:spChg chg="add mod">
          <ac:chgData name="Elias Zakaria Mohellebi" userId="56af4c4a-6968-4862-9093-57b2055c8dd8" providerId="ADAL" clId="{1E1FDC68-94F7-5A2E-B020-A4526CA46D83}" dt="2026-10-13T09:08:32.393" v="4168"/>
          <ac:spMkLst>
            <pc:docMk/>
            <pc:sldMk cId="544522066" sldId="323"/>
            <ac:spMk id="20" creationId="{96044693-D3B1-6E41-FE79-2ED4703365AC}"/>
          </ac:spMkLst>
        </pc:spChg>
        <pc:spChg chg="mod">
          <ac:chgData name="Elias Zakaria Mohellebi" userId="56af4c4a-6968-4862-9093-57b2055c8dd8" providerId="ADAL" clId="{1E1FDC68-94F7-5A2E-B020-A4526CA46D83}" dt="2026-10-13T09:09:27.736" v="4178" actId="1076"/>
          <ac:spMkLst>
            <pc:docMk/>
            <pc:sldMk cId="544522066" sldId="323"/>
            <ac:spMk id="23" creationId="{2F1A1883-C64E-5BC7-FBDE-F6003DBB3553}"/>
          </ac:spMkLst>
        </pc:spChg>
        <pc:spChg chg="add mod">
          <ac:chgData name="Elias Zakaria Mohellebi" userId="56af4c4a-6968-4862-9093-57b2055c8dd8" providerId="ADAL" clId="{1E1FDC68-94F7-5A2E-B020-A4526CA46D83}" dt="2026-10-13T09:08:32.393" v="4168"/>
          <ac:spMkLst>
            <pc:docMk/>
            <pc:sldMk cId="544522066" sldId="323"/>
            <ac:spMk id="25" creationId="{9A9DFA9B-18A8-33E5-449B-BEA5840E2F57}"/>
          </ac:spMkLst>
        </pc:spChg>
        <pc:spChg chg="add mod">
          <ac:chgData name="Elias Zakaria Mohellebi" userId="56af4c4a-6968-4862-9093-57b2055c8dd8" providerId="ADAL" clId="{1E1FDC68-94F7-5A2E-B020-A4526CA46D83}" dt="2026-10-13T09:08:32.393" v="4168"/>
          <ac:spMkLst>
            <pc:docMk/>
            <pc:sldMk cId="544522066" sldId="323"/>
            <ac:spMk id="26" creationId="{0C2B3FBC-D8F5-3C79-6453-6B5D96D803E7}"/>
          </ac:spMkLst>
        </pc:spChg>
        <pc:spChg chg="add mod">
          <ac:chgData name="Elias Zakaria Mohellebi" userId="56af4c4a-6968-4862-9093-57b2055c8dd8" providerId="ADAL" clId="{1E1FDC68-94F7-5A2E-B020-A4526CA46D83}" dt="2026-10-13T09:08:32.393" v="4168"/>
          <ac:spMkLst>
            <pc:docMk/>
            <pc:sldMk cId="544522066" sldId="323"/>
            <ac:spMk id="27" creationId="{04BEF809-EC2B-8FB4-5D11-49F6DA154FBF}"/>
          </ac:spMkLst>
        </pc:spChg>
        <pc:spChg chg="add mod">
          <ac:chgData name="Elias Zakaria Mohellebi" userId="56af4c4a-6968-4862-9093-57b2055c8dd8" providerId="ADAL" clId="{1E1FDC68-94F7-5A2E-B020-A4526CA46D83}" dt="2026-10-13T09:08:32.393" v="4168"/>
          <ac:spMkLst>
            <pc:docMk/>
            <pc:sldMk cId="544522066" sldId="323"/>
            <ac:spMk id="31" creationId="{5FD9B1E8-7357-97BD-4A8C-31ED95CD4065}"/>
          </ac:spMkLst>
        </pc:spChg>
        <pc:spChg chg="add mod">
          <ac:chgData name="Elias Zakaria Mohellebi" userId="56af4c4a-6968-4862-9093-57b2055c8dd8" providerId="ADAL" clId="{1E1FDC68-94F7-5A2E-B020-A4526CA46D83}" dt="2026-10-13T09:08:32.393" v="4168"/>
          <ac:spMkLst>
            <pc:docMk/>
            <pc:sldMk cId="544522066" sldId="323"/>
            <ac:spMk id="33" creationId="{9DDC9987-32E1-A5FF-6F3A-1A60A7CE9203}"/>
          </ac:spMkLst>
        </pc:spChg>
        <pc:spChg chg="mod">
          <ac:chgData name="Elias Zakaria Mohellebi" userId="56af4c4a-6968-4862-9093-57b2055c8dd8" providerId="ADAL" clId="{1E1FDC68-94F7-5A2E-B020-A4526CA46D83}" dt="2026-10-13T09:09:27.196" v="4176" actId="13926"/>
          <ac:spMkLst>
            <pc:docMk/>
            <pc:sldMk cId="544522066" sldId="323"/>
            <ac:spMk id="34" creationId="{957D7EEB-BAC9-6743-F18D-0095EC44E6E7}"/>
          </ac:spMkLst>
        </pc:spChg>
        <pc:spChg chg="mod">
          <ac:chgData name="Elias Zakaria Mohellebi" userId="56af4c4a-6968-4862-9093-57b2055c8dd8" providerId="ADAL" clId="{1E1FDC68-94F7-5A2E-B020-A4526CA46D83}" dt="2026-10-13T09:09:28.263" v="4180" actId="1076"/>
          <ac:spMkLst>
            <pc:docMk/>
            <pc:sldMk cId="544522066" sldId="323"/>
            <ac:spMk id="35" creationId="{B1CB2AF2-9467-75AD-3D62-FD3D288213DD}"/>
          </ac:spMkLst>
        </pc:spChg>
        <pc:spChg chg="mod">
          <ac:chgData name="Elias Zakaria Mohellebi" userId="56af4c4a-6968-4862-9093-57b2055c8dd8" providerId="ADAL" clId="{1E1FDC68-94F7-5A2E-B020-A4526CA46D83}" dt="2026-10-13T09:09:28.263" v="4180" actId="1076"/>
          <ac:spMkLst>
            <pc:docMk/>
            <pc:sldMk cId="544522066" sldId="323"/>
            <ac:spMk id="36" creationId="{6CEF1094-ABA5-2192-0A2E-B4A588F60262}"/>
          </ac:spMkLst>
        </pc:spChg>
        <pc:spChg chg="mod">
          <ac:chgData name="Elias Zakaria Mohellebi" userId="56af4c4a-6968-4862-9093-57b2055c8dd8" providerId="ADAL" clId="{1E1FDC68-94F7-5A2E-B020-A4526CA46D83}" dt="2026-10-13T09:09:27.196" v="4176" actId="13926"/>
          <ac:spMkLst>
            <pc:docMk/>
            <pc:sldMk cId="544522066" sldId="323"/>
            <ac:spMk id="37" creationId="{07BA9BBC-81DB-CDE3-8612-C12B680AB401}"/>
          </ac:spMkLst>
        </pc:spChg>
        <pc:spChg chg="mod">
          <ac:chgData name="Elias Zakaria Mohellebi" userId="56af4c4a-6968-4862-9093-57b2055c8dd8" providerId="ADAL" clId="{1E1FDC68-94F7-5A2E-B020-A4526CA46D83}" dt="2026-10-13T09:09:27.196" v="4176" actId="13926"/>
          <ac:spMkLst>
            <pc:docMk/>
            <pc:sldMk cId="544522066" sldId="323"/>
            <ac:spMk id="38" creationId="{6CAD38CC-A98B-1C19-013D-24507CE4A603}"/>
          </ac:spMkLst>
        </pc:spChg>
        <pc:spChg chg="mod">
          <ac:chgData name="Elias Zakaria Mohellebi" userId="56af4c4a-6968-4862-9093-57b2055c8dd8" providerId="ADAL" clId="{1E1FDC68-94F7-5A2E-B020-A4526CA46D83}" dt="2026-10-13T09:09:27.196" v="4176" actId="13926"/>
          <ac:spMkLst>
            <pc:docMk/>
            <pc:sldMk cId="544522066" sldId="323"/>
            <ac:spMk id="39" creationId="{2C707F04-08E6-F31F-E979-FFB784352DD4}"/>
          </ac:spMkLst>
        </pc:spChg>
        <pc:spChg chg="mod">
          <ac:chgData name="Elias Zakaria Mohellebi" userId="56af4c4a-6968-4862-9093-57b2055c8dd8" providerId="ADAL" clId="{1E1FDC68-94F7-5A2E-B020-A4526CA46D83}" dt="2026-10-13T09:09:27.196" v="4176" actId="13926"/>
          <ac:spMkLst>
            <pc:docMk/>
            <pc:sldMk cId="544522066" sldId="323"/>
            <ac:spMk id="40" creationId="{EB4170AE-A330-C4D8-404B-6E2721ABE245}"/>
          </ac:spMkLst>
        </pc:spChg>
        <pc:spChg chg="mod">
          <ac:chgData name="Elias Zakaria Mohellebi" userId="56af4c4a-6968-4862-9093-57b2055c8dd8" providerId="ADAL" clId="{1E1FDC68-94F7-5A2E-B020-A4526CA46D83}" dt="2026-10-13T09:09:27.196" v="4176" actId="13926"/>
          <ac:spMkLst>
            <pc:docMk/>
            <pc:sldMk cId="544522066" sldId="323"/>
            <ac:spMk id="41" creationId="{C607D03B-22F7-2B47-AA40-2B2A588162D6}"/>
          </ac:spMkLst>
        </pc:spChg>
        <pc:spChg chg="mod">
          <ac:chgData name="Elias Zakaria Mohellebi" userId="56af4c4a-6968-4862-9093-57b2055c8dd8" providerId="ADAL" clId="{1E1FDC68-94F7-5A2E-B020-A4526CA46D83}" dt="2026-10-13T09:09:27.196" v="4176" actId="13926"/>
          <ac:spMkLst>
            <pc:docMk/>
            <pc:sldMk cId="544522066" sldId="323"/>
            <ac:spMk id="42" creationId="{22D5AF89-F40C-C67D-940A-54EDBCD322FB}"/>
          </ac:spMkLst>
        </pc:spChg>
        <pc:spChg chg="add mod">
          <ac:chgData name="Elias Zakaria Mohellebi" userId="56af4c4a-6968-4862-9093-57b2055c8dd8" providerId="ADAL" clId="{1E1FDC68-94F7-5A2E-B020-A4526CA46D83}" dt="2026-10-13T09:09:27.196" v="4176" actId="13926"/>
          <ac:spMkLst>
            <pc:docMk/>
            <pc:sldMk cId="544522066" sldId="323"/>
            <ac:spMk id="43" creationId="{8397D774-4227-C594-64EB-64AE43313135}"/>
          </ac:spMkLst>
        </pc:spChg>
        <pc:spChg chg="mod">
          <ac:chgData name="Elias Zakaria Mohellebi" userId="56af4c4a-6968-4862-9093-57b2055c8dd8" providerId="ADAL" clId="{1E1FDC68-94F7-5A2E-B020-A4526CA46D83}" dt="2026-10-13T09:09:27.196" v="4176" actId="13926"/>
          <ac:spMkLst>
            <pc:docMk/>
            <pc:sldMk cId="544522066" sldId="323"/>
            <ac:spMk id="44" creationId="{F2B94F39-3C8D-4E08-D0DD-982169C9227C}"/>
          </ac:spMkLst>
        </pc:spChg>
        <pc:spChg chg="add mod">
          <ac:chgData name="Elias Zakaria Mohellebi" userId="56af4c4a-6968-4862-9093-57b2055c8dd8" providerId="ADAL" clId="{1E1FDC68-94F7-5A2E-B020-A4526CA46D83}" dt="2026-10-13T09:08:32.393" v="4168"/>
          <ac:spMkLst>
            <pc:docMk/>
            <pc:sldMk cId="544522066" sldId="323"/>
            <ac:spMk id="45" creationId="{77B89A01-D18B-1F18-8F0F-13BCC259B91E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46" creationId="{3A7E071A-3139-5CE5-0A36-DE1AC5E6F47F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51" creationId="{A0816A2E-B29A-DC9C-E944-69E5765B2258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56" creationId="{BFB700E0-C557-235C-6780-C672329D2651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59" creationId="{E40CD311-4AE8-EE20-042E-30383C41020F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62" creationId="{ACB6175F-6D70-266A-088D-E1A8A4FB16E2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63" creationId="{18781A1D-D03D-FC6A-1600-43F77A0F112B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66" creationId="{23E46564-CA07-0413-E2C6-E733F34033A2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67" creationId="{A218422E-63BF-24D5-880B-ECC211F201AB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69" creationId="{A6E53525-DAE8-0368-2231-1BBE90F1FC6E}"/>
          </ac:spMkLst>
        </pc:spChg>
        <pc:spChg chg="add del mod">
          <ac:chgData name="Elias Zakaria Mohellebi" userId="56af4c4a-6968-4862-9093-57b2055c8dd8" providerId="ADAL" clId="{1E1FDC68-94F7-5A2E-B020-A4526CA46D83}" dt="2026-10-13T09:18:46.757" v="4205" actId="478"/>
          <ac:spMkLst>
            <pc:docMk/>
            <pc:sldMk cId="544522066" sldId="323"/>
            <ac:spMk id="72" creationId="{9155E104-17C9-C4DC-0961-2FCE49D98C69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89" creationId="{767C028B-4095-B4D4-35CF-4D0C752D77F8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111" creationId="{084521F9-8446-3389-49E3-9EA4BC044BCE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114" creationId="{637595EB-3EA1-770A-16AF-2B7A54212E77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140" creationId="{93E0B6AC-4303-6F8B-5DBF-DA9A3006739C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142" creationId="{EEBC633C-38AD-3D7F-5183-D849C6826E3F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149" creationId="{DAEB3D83-E0D4-3AAD-17F6-885150FF7A22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153" creationId="{1F24F391-C427-9CF6-01FB-7BD223A34858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176" creationId="{E6ACB676-93B5-3C12-B613-FA08B28B8EB7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184" creationId="{902993A1-3168-C18F-31CE-2CDDAFFD2068}"/>
          </ac:spMkLst>
        </pc:spChg>
        <pc:spChg chg="add mod">
          <ac:chgData name="Elias Zakaria Mohellebi" userId="56af4c4a-6968-4862-9093-57b2055c8dd8" providerId="ADAL" clId="{1E1FDC68-94F7-5A2E-B020-A4526CA46D83}" dt="2026-10-13T09:18:55.606" v="4206"/>
          <ac:spMkLst>
            <pc:docMk/>
            <pc:sldMk cId="544522066" sldId="323"/>
            <ac:spMk id="204" creationId="{BAC7C2F1-6A95-CBA6-C729-9CD24D916E26}"/>
          </ac:spMkLst>
        </pc:spChg>
        <pc:picChg chg="del">
          <ac:chgData name="Elias Zakaria Mohellebi" userId="56af4c4a-6968-4862-9093-57b2055c8dd8" providerId="ADAL" clId="{1E1FDC68-94F7-5A2E-B020-A4526CA46D83}" dt="2026-10-13T09:08:31.290" v="4167" actId="478"/>
          <ac:picMkLst>
            <pc:docMk/>
            <pc:sldMk cId="544522066" sldId="323"/>
            <ac:picMk id="4" creationId="{CC2CFBF6-7009-DE0B-75F4-4D4D58B4A020}"/>
          </ac:picMkLst>
        </pc:picChg>
      </pc:sldChg>
      <pc:sldChg chg="addSp delSp modSp add mod">
        <pc:chgData name="Elias Zakaria Mohellebi" userId="56af4c4a-6968-4862-9093-57b2055c8dd8" providerId="ADAL" clId="{1E1FDC68-94F7-5A2E-B020-A4526CA46D83}" dt="2026-10-14T14:12:30.518" v="4742" actId="20577"/>
        <pc:sldMkLst>
          <pc:docMk/>
          <pc:sldMk cId="663416270" sldId="324"/>
        </pc:sldMkLst>
        <pc:spChg chg="mod">
          <ac:chgData name="Elias Zakaria Mohellebi" userId="56af4c4a-6968-4862-9093-57b2055c8dd8" providerId="ADAL" clId="{1E1FDC68-94F7-5A2E-B020-A4526CA46D83}" dt="2026-10-14T14:12:30.518" v="4742" actId="20577"/>
          <ac:spMkLst>
            <pc:docMk/>
            <pc:sldMk cId="663416270" sldId="324"/>
            <ac:spMk id="2" creationId="{9167EFDB-CF1C-8C4F-B301-18212CDA31B9}"/>
          </ac:spMkLst>
        </pc:spChg>
        <pc:spChg chg="add mod">
          <ac:chgData name="Elias Zakaria Mohellebi" userId="56af4c4a-6968-4862-9093-57b2055c8dd8" providerId="ADAL" clId="{1E1FDC68-94F7-5A2E-B020-A4526CA46D83}" dt="2026-10-13T09:11:01.102" v="4184"/>
          <ac:spMkLst>
            <pc:docMk/>
            <pc:sldMk cId="663416270" sldId="324"/>
            <ac:spMk id="3" creationId="{C2EDE165-385B-22BE-BA2F-3B0BDABB8A3B}"/>
          </ac:spMkLst>
        </pc:spChg>
        <pc:spChg chg="add mod">
          <ac:chgData name="Elias Zakaria Mohellebi" userId="56af4c4a-6968-4862-9093-57b2055c8dd8" providerId="ADAL" clId="{1E1FDC68-94F7-5A2E-B020-A4526CA46D83}" dt="2026-10-13T09:11:01.102" v="4184"/>
          <ac:spMkLst>
            <pc:docMk/>
            <pc:sldMk cId="663416270" sldId="324"/>
            <ac:spMk id="4" creationId="{D6A66760-3C20-B8CD-8561-7C5611C0A314}"/>
          </ac:spMkLst>
        </pc:spChg>
        <pc:spChg chg="add mod">
          <ac:chgData name="Elias Zakaria Mohellebi" userId="56af4c4a-6968-4862-9093-57b2055c8dd8" providerId="ADAL" clId="{1E1FDC68-94F7-5A2E-B020-A4526CA46D83}" dt="2026-10-13T09:11:01.102" v="4184"/>
          <ac:spMkLst>
            <pc:docMk/>
            <pc:sldMk cId="663416270" sldId="324"/>
            <ac:spMk id="6" creationId="{523F9490-DD4A-8650-593F-46264D4E4785}"/>
          </ac:spMkLst>
        </pc:spChg>
        <pc:spChg chg="add mod">
          <ac:chgData name="Elias Zakaria Mohellebi" userId="56af4c4a-6968-4862-9093-57b2055c8dd8" providerId="ADAL" clId="{1E1FDC68-94F7-5A2E-B020-A4526CA46D83}" dt="2026-10-13T09:11:01.102" v="4184"/>
          <ac:spMkLst>
            <pc:docMk/>
            <pc:sldMk cId="663416270" sldId="324"/>
            <ac:spMk id="7" creationId="{EEFA0BCF-4441-CCD6-0FD2-3EE11DC74523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49" creationId="{EFF7A8E4-3A43-6767-4C9C-9EA6A1F8510D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50" creationId="{DD4DC886-46A6-1C80-DEBD-68643397031B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54" creationId="{53FB8176-A9EC-B3DA-AB55-B5E0E1DBAF5F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55" creationId="{5F5FF5DD-4874-0E3E-7614-0DF1400F9B51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58" creationId="{B343031E-15A5-9F5F-6C49-2C335A2D72AF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68" creationId="{B4A4CC62-4D92-E323-E46C-8BA062FC05B5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69" creationId="{AD11F7A5-5CBB-79C7-E11B-881C8098BCAE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74" creationId="{CFF45588-D8E2-ACC8-3384-A26F48634551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78" creationId="{5D370C82-B43A-1378-C93F-2B4D8363A502}"/>
          </ac:spMkLst>
        </pc:spChg>
        <pc:spChg chg="del">
          <ac:chgData name="Elias Zakaria Mohellebi" userId="56af4c4a-6968-4862-9093-57b2055c8dd8" providerId="ADAL" clId="{1E1FDC68-94F7-5A2E-B020-A4526CA46D83}" dt="2026-10-13T09:10:48.513" v="4183" actId="478"/>
          <ac:spMkLst>
            <pc:docMk/>
            <pc:sldMk cId="663416270" sldId="324"/>
            <ac:spMk id="81" creationId="{AA7929DA-5641-80D3-D8FE-45F5C80B1025}"/>
          </ac:spMkLst>
        </pc:spChg>
        <pc:graphicFrameChg chg="add mod">
          <ac:chgData name="Elias Zakaria Mohellebi" userId="56af4c4a-6968-4862-9093-57b2055c8dd8" providerId="ADAL" clId="{1E1FDC68-94F7-5A2E-B020-A4526CA46D83}" dt="2026-10-13T09:11:01.102" v="4184"/>
          <ac:graphicFrameMkLst>
            <pc:docMk/>
            <pc:sldMk cId="663416270" sldId="324"/>
            <ac:graphicFrameMk id="5" creationId="{078817E7-E5C4-198F-B16A-14A2F0A09A96}"/>
          </ac:graphicFrameMkLst>
        </pc:graphicFrameChg>
      </pc:sldChg>
      <pc:sldChg chg="addSp delSp modSp add mod">
        <pc:chgData name="Elias Zakaria Mohellebi" userId="56af4c4a-6968-4862-9093-57b2055c8dd8" providerId="ADAL" clId="{1E1FDC68-94F7-5A2E-B020-A4526CA46D83}" dt="2026-10-13T10:53:38.295" v="4431" actId="2710"/>
        <pc:sldMkLst>
          <pc:docMk/>
          <pc:sldMk cId="1823160468" sldId="325"/>
        </pc:sldMkLst>
        <pc:spChg chg="add mod">
          <ac:chgData name="Elias Zakaria Mohellebi" userId="56af4c4a-6968-4862-9093-57b2055c8dd8" providerId="ADAL" clId="{1E1FDC68-94F7-5A2E-B020-A4526CA46D83}" dt="2026-10-13T10:53:06.066" v="4425" actId="1076"/>
          <ac:spMkLst>
            <pc:docMk/>
            <pc:sldMk cId="1823160468" sldId="325"/>
            <ac:spMk id="4" creationId="{685FED90-FC99-E895-5CE6-428C47404371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6" creationId="{D2AF27B4-AC1F-CF21-73A2-552C9D406D7E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8" creationId="{2C441C21-23DC-AED2-E2F1-9548DF0CF8C8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11" creationId="{27B564CD-5678-57D1-17DC-2CADCA62BA70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12" creationId="{BA53C89A-7CC4-7B79-C45B-2610F3598687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13" creationId="{2DC75C2D-C222-201A-D99D-D87C0F69E09B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14" creationId="{EBFA67C1-7C4D-5F7A-5ACC-027215AE4B92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15" creationId="{C9672BAC-D31E-8809-FECF-9A3693ED8750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16" creationId="{6E2C68F6-E0C7-AC59-B4E1-FB64069BFAA9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17" creationId="{9E133056-C047-C1DE-ECC3-B947BE73D932}"/>
          </ac:spMkLst>
        </pc:spChg>
        <pc:spChg chg="add mod">
          <ac:chgData name="Elias Zakaria Mohellebi" userId="56af4c4a-6968-4862-9093-57b2055c8dd8" providerId="ADAL" clId="{1E1FDC68-94F7-5A2E-B020-A4526CA46D83}" dt="2026-10-13T09:21:33.288" v="4220" actId="1076"/>
          <ac:spMkLst>
            <pc:docMk/>
            <pc:sldMk cId="1823160468" sldId="325"/>
            <ac:spMk id="18" creationId="{CE0440D6-BEA9-EDC3-7ADC-08F17E4B8E3D}"/>
          </ac:spMkLst>
        </pc:spChg>
        <pc:spChg chg="add mod">
          <ac:chgData name="Elias Zakaria Mohellebi" userId="56af4c4a-6968-4862-9093-57b2055c8dd8" providerId="ADAL" clId="{1E1FDC68-94F7-5A2E-B020-A4526CA46D83}" dt="2026-10-13T10:52:24.392" v="4419" actId="122"/>
          <ac:spMkLst>
            <pc:docMk/>
            <pc:sldMk cId="1823160468" sldId="325"/>
            <ac:spMk id="19" creationId="{4CDBC22C-4659-866D-5963-D0CEEA55DD79}"/>
          </ac:spMkLst>
        </pc:spChg>
        <pc:spChg chg="add del mod">
          <ac:chgData name="Elias Zakaria Mohellebi" userId="56af4c4a-6968-4862-9093-57b2055c8dd8" providerId="ADAL" clId="{1E1FDC68-94F7-5A2E-B020-A4526CA46D83}" dt="2026-10-13T10:52:52.308" v="4423" actId="478"/>
          <ac:spMkLst>
            <pc:docMk/>
            <pc:sldMk cId="1823160468" sldId="325"/>
            <ac:spMk id="20" creationId="{9C51193D-A309-A3CB-FE84-DFB8FAB0CC75}"/>
          </ac:spMkLst>
        </pc:spChg>
        <pc:spChg chg="add mod">
          <ac:chgData name="Elias Zakaria Mohellebi" userId="56af4c4a-6968-4862-9093-57b2055c8dd8" providerId="ADAL" clId="{1E1FDC68-94F7-5A2E-B020-A4526CA46D83}" dt="2026-10-13T09:21:24.317" v="4219" actId="1076"/>
          <ac:spMkLst>
            <pc:docMk/>
            <pc:sldMk cId="1823160468" sldId="325"/>
            <ac:spMk id="21" creationId="{400209F5-D69C-3FC2-8883-AD8C24D8F7D4}"/>
          </ac:spMkLst>
        </pc:spChg>
        <pc:spChg chg="add mod">
          <ac:chgData name="Elias Zakaria Mohellebi" userId="56af4c4a-6968-4862-9093-57b2055c8dd8" providerId="ADAL" clId="{1E1FDC68-94F7-5A2E-B020-A4526CA46D83}" dt="2026-10-13T09:21:24.317" v="4219" actId="1076"/>
          <ac:spMkLst>
            <pc:docMk/>
            <pc:sldMk cId="1823160468" sldId="325"/>
            <ac:spMk id="22" creationId="{44788229-402E-BC48-788E-21AF133AF3CA}"/>
          </ac:spMkLst>
        </pc:spChg>
        <pc:spChg chg="add mod">
          <ac:chgData name="Elias Zakaria Mohellebi" userId="56af4c4a-6968-4862-9093-57b2055c8dd8" providerId="ADAL" clId="{1E1FDC68-94F7-5A2E-B020-A4526CA46D83}" dt="2026-10-13T09:21:24.317" v="4219" actId="1076"/>
          <ac:spMkLst>
            <pc:docMk/>
            <pc:sldMk cId="1823160468" sldId="325"/>
            <ac:spMk id="23" creationId="{E59E2AA2-6440-99B3-0201-CE8BDB961FBA}"/>
          </ac:spMkLst>
        </pc:spChg>
        <pc:spChg chg="add mod">
          <ac:chgData name="Elias Zakaria Mohellebi" userId="56af4c4a-6968-4862-9093-57b2055c8dd8" providerId="ADAL" clId="{1E1FDC68-94F7-5A2E-B020-A4526CA46D83}" dt="2026-10-13T09:21:24.317" v="4219" actId="1076"/>
          <ac:spMkLst>
            <pc:docMk/>
            <pc:sldMk cId="1823160468" sldId="325"/>
            <ac:spMk id="24" creationId="{B2AAC06B-F391-4BD3-5F42-F8D0B9446A3A}"/>
          </ac:spMkLst>
        </pc:spChg>
        <pc:spChg chg="add mod">
          <ac:chgData name="Elias Zakaria Mohellebi" userId="56af4c4a-6968-4862-9093-57b2055c8dd8" providerId="ADAL" clId="{1E1FDC68-94F7-5A2E-B020-A4526CA46D83}" dt="2026-10-13T10:53:38.295" v="4431" actId="2710"/>
          <ac:spMkLst>
            <pc:docMk/>
            <pc:sldMk cId="1823160468" sldId="325"/>
            <ac:spMk id="25" creationId="{A82539FB-34E7-843E-5DD5-5F3FE193BA34}"/>
          </ac:spMkLst>
        </pc:spChg>
        <pc:spChg chg="add mod">
          <ac:chgData name="Elias Zakaria Mohellebi" userId="56af4c4a-6968-4862-9093-57b2055c8dd8" providerId="ADAL" clId="{1E1FDC68-94F7-5A2E-B020-A4526CA46D83}" dt="2026-10-13T09:23:30.110" v="4300" actId="1076"/>
          <ac:spMkLst>
            <pc:docMk/>
            <pc:sldMk cId="1823160468" sldId="325"/>
            <ac:spMk id="26" creationId="{44537112-55A4-A877-3A96-141105B31D24}"/>
          </ac:spMkLst>
        </pc:spChg>
        <pc:picChg chg="del">
          <ac:chgData name="Elias Zakaria Mohellebi" userId="56af4c4a-6968-4862-9093-57b2055c8dd8" providerId="ADAL" clId="{1E1FDC68-94F7-5A2E-B020-A4526CA46D83}" dt="2026-10-13T09:20:33.675" v="4213" actId="478"/>
          <ac:picMkLst>
            <pc:docMk/>
            <pc:sldMk cId="1823160468" sldId="325"/>
            <ac:picMk id="4" creationId="{68328C15-C04E-F6D0-1079-9C66A5B15874}"/>
          </ac:picMkLst>
        </pc:picChg>
        <pc:picChg chg="del">
          <ac:chgData name="Elias Zakaria Mohellebi" userId="56af4c4a-6968-4862-9093-57b2055c8dd8" providerId="ADAL" clId="{1E1FDC68-94F7-5A2E-B020-A4526CA46D83}" dt="2026-10-13T09:20:53.297" v="4216" actId="478"/>
          <ac:picMkLst>
            <pc:docMk/>
            <pc:sldMk cId="1823160468" sldId="325"/>
            <ac:picMk id="7" creationId="{3CFE71AA-5595-BDBC-48D2-9F9F432BCF2A}"/>
          </ac:picMkLst>
        </pc:picChg>
      </pc:sldChg>
      <pc:sldChg chg="addSp delSp modSp add mod">
        <pc:chgData name="Elias Zakaria Mohellebi" userId="56af4c4a-6968-4862-9093-57b2055c8dd8" providerId="ADAL" clId="{1E1FDC68-94F7-5A2E-B020-A4526CA46D83}" dt="2026-10-13T09:25:03.291" v="4313"/>
        <pc:sldMkLst>
          <pc:docMk/>
          <pc:sldMk cId="2890494142" sldId="326"/>
        </pc:sldMkLst>
        <pc:spChg chg="del">
          <ac:chgData name="Elias Zakaria Mohellebi" userId="56af4c4a-6968-4862-9093-57b2055c8dd8" providerId="ADAL" clId="{1E1FDC68-94F7-5A2E-B020-A4526CA46D83}" dt="2026-10-13T09:24:56.297" v="4312" actId="478"/>
          <ac:spMkLst>
            <pc:docMk/>
            <pc:sldMk cId="2890494142" sldId="326"/>
            <ac:spMk id="4" creationId="{A70F4E59-B106-8334-B1CE-2AF371B4B1FE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6" creationId="{1B1FB183-DCF8-223D-FA8C-EDCF8ED9AE65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8" creationId="{F560F66B-EAB6-18AD-47CD-613D6B3F0B4E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12" creationId="{07D592F2-9D90-48F1-4DB7-67671233BD99}"/>
          </ac:spMkLst>
        </pc:spChg>
        <pc:spChg chg="del">
          <ac:chgData name="Elias Zakaria Mohellebi" userId="56af4c4a-6968-4862-9093-57b2055c8dd8" providerId="ADAL" clId="{1E1FDC68-94F7-5A2E-B020-A4526CA46D83}" dt="2026-10-13T09:23:59.320" v="4303" actId="478"/>
          <ac:spMkLst>
            <pc:docMk/>
            <pc:sldMk cId="2890494142" sldId="326"/>
            <ac:spMk id="13" creationId="{C4E2F825-A7B1-24C5-53C8-21DCEB5550D4}"/>
          </ac:spMkLst>
        </pc:spChg>
        <pc:spChg chg="del">
          <ac:chgData name="Elias Zakaria Mohellebi" userId="56af4c4a-6968-4862-9093-57b2055c8dd8" providerId="ADAL" clId="{1E1FDC68-94F7-5A2E-B020-A4526CA46D83}" dt="2026-10-13T09:24:01.520" v="4304" actId="478"/>
          <ac:spMkLst>
            <pc:docMk/>
            <pc:sldMk cId="2890494142" sldId="326"/>
            <ac:spMk id="14" creationId="{DCA2F2BA-2367-FF64-25AC-BFDEF2B9156B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20" creationId="{DF12FDEA-0CB2-C111-3E64-9BEE1091709F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24" creationId="{64E70C02-F364-2DAA-1793-99F9CD1A49DC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25" creationId="{1EC6A127-A44C-F066-BCC1-91DD45A437E1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26" creationId="{171BB206-7F21-9695-9A06-CDDE2897777C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34" creationId="{F0BBE419-4E57-179D-67E0-D47E1B197785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35" creationId="{9E74F852-3767-6628-F76B-92F0EBE962C4}"/>
          </ac:spMkLst>
        </pc:spChg>
        <pc:spChg chg="add mod">
          <ac:chgData name="Elias Zakaria Mohellebi" userId="56af4c4a-6968-4862-9093-57b2055c8dd8" providerId="ADAL" clId="{1E1FDC68-94F7-5A2E-B020-A4526CA46D83}" dt="2026-10-13T09:24:49.751" v="4311"/>
          <ac:spMkLst>
            <pc:docMk/>
            <pc:sldMk cId="2890494142" sldId="326"/>
            <ac:spMk id="36" creationId="{EE9BDEA9-1FB2-25B5-49E0-53199E165FFE}"/>
          </ac:spMkLst>
        </pc:spChg>
        <pc:spChg chg="add mod">
          <ac:chgData name="Elias Zakaria Mohellebi" userId="56af4c4a-6968-4862-9093-57b2055c8dd8" providerId="ADAL" clId="{1E1FDC68-94F7-5A2E-B020-A4526CA46D83}" dt="2026-10-13T09:25:03.291" v="4313"/>
          <ac:spMkLst>
            <pc:docMk/>
            <pc:sldMk cId="2890494142" sldId="326"/>
            <ac:spMk id="37" creationId="{2793620E-A3B7-7B07-4C2C-B8B49A653C13}"/>
          </ac:spMkLst>
        </pc:spChg>
        <pc:picChg chg="del">
          <ac:chgData name="Elias Zakaria Mohellebi" userId="56af4c4a-6968-4862-9093-57b2055c8dd8" providerId="ADAL" clId="{1E1FDC68-94F7-5A2E-B020-A4526CA46D83}" dt="2026-10-13T09:23:56.846" v="4302" actId="478"/>
          <ac:picMkLst>
            <pc:docMk/>
            <pc:sldMk cId="2890494142" sldId="326"/>
            <ac:picMk id="5" creationId="{F26BA998-5A3D-C5F2-AAD6-C380B3E55AFD}"/>
          </ac:picMkLst>
        </pc:picChg>
      </pc:sldChg>
      <pc:sldChg chg="addSp delSp modSp add mod ord">
        <pc:chgData name="Elias Zakaria Mohellebi" userId="56af4c4a-6968-4862-9093-57b2055c8dd8" providerId="ADAL" clId="{1E1FDC68-94F7-5A2E-B020-A4526CA46D83}" dt="2026-10-13T09:28:54.337" v="4360" actId="20578"/>
        <pc:sldMkLst>
          <pc:docMk/>
          <pc:sldMk cId="3598296821" sldId="327"/>
        </pc:sldMkLst>
        <pc:spChg chg="del">
          <ac:chgData name="Elias Zakaria Mohellebi" userId="56af4c4a-6968-4862-9093-57b2055c8dd8" providerId="ADAL" clId="{1E1FDC68-94F7-5A2E-B020-A4526CA46D83}" dt="2026-10-13T09:27:01.581" v="4335" actId="478"/>
          <ac:spMkLst>
            <pc:docMk/>
            <pc:sldMk cId="3598296821" sldId="327"/>
            <ac:spMk id="3" creationId="{2F75EC93-A5B7-690B-C8E8-A57154A25410}"/>
          </ac:spMkLst>
        </pc:spChg>
        <pc:spChg chg="add mod">
          <ac:chgData name="Elias Zakaria Mohellebi" userId="56af4c4a-6968-4862-9093-57b2055c8dd8" providerId="ADAL" clId="{1E1FDC68-94F7-5A2E-B020-A4526CA46D83}" dt="2026-10-13T09:27:09.626" v="4336"/>
          <ac:spMkLst>
            <pc:docMk/>
            <pc:sldMk cId="3598296821" sldId="327"/>
            <ac:spMk id="4" creationId="{AA02428F-5B6B-52CA-08B6-DB9BD891F0E3}"/>
          </ac:spMkLst>
        </pc:spChg>
        <pc:spChg chg="add mod">
          <ac:chgData name="Elias Zakaria Mohellebi" userId="56af4c4a-6968-4862-9093-57b2055c8dd8" providerId="ADAL" clId="{1E1FDC68-94F7-5A2E-B020-A4526CA46D83}" dt="2026-10-13T09:27:09.626" v="4336"/>
          <ac:spMkLst>
            <pc:docMk/>
            <pc:sldMk cId="3598296821" sldId="327"/>
            <ac:spMk id="7" creationId="{5AC71D7D-096F-FBDB-95F8-4992F227E174}"/>
          </ac:spMkLst>
        </pc:spChg>
        <pc:spChg chg="add mod">
          <ac:chgData name="Elias Zakaria Mohellebi" userId="56af4c4a-6968-4862-9093-57b2055c8dd8" providerId="ADAL" clId="{1E1FDC68-94F7-5A2E-B020-A4526CA46D83}" dt="2026-10-13T09:27:09.626" v="4336"/>
          <ac:spMkLst>
            <pc:docMk/>
            <pc:sldMk cId="3598296821" sldId="327"/>
            <ac:spMk id="8" creationId="{4CA3C92A-AE94-6D71-3489-FDE03A183DFF}"/>
          </ac:spMkLst>
        </pc:spChg>
        <pc:spChg chg="add mod">
          <ac:chgData name="Elias Zakaria Mohellebi" userId="56af4c4a-6968-4862-9093-57b2055c8dd8" providerId="ADAL" clId="{1E1FDC68-94F7-5A2E-B020-A4526CA46D83}" dt="2026-10-13T09:27:22.075" v="4337"/>
          <ac:spMkLst>
            <pc:docMk/>
            <pc:sldMk cId="3598296821" sldId="327"/>
            <ac:spMk id="10" creationId="{A82A01B5-4A33-9579-A2E6-2DE294625028}"/>
          </ac:spMkLst>
        </pc:spChg>
        <pc:spChg chg="add mod">
          <ac:chgData name="Elias Zakaria Mohellebi" userId="56af4c4a-6968-4862-9093-57b2055c8dd8" providerId="ADAL" clId="{1E1FDC68-94F7-5A2E-B020-A4526CA46D83}" dt="2026-10-13T09:27:22.075" v="4337"/>
          <ac:spMkLst>
            <pc:docMk/>
            <pc:sldMk cId="3598296821" sldId="327"/>
            <ac:spMk id="12" creationId="{6E4F0ECA-7B19-ABBD-AE97-474CF0EF29A7}"/>
          </ac:spMkLst>
        </pc:spChg>
        <pc:spChg chg="add mod">
          <ac:chgData name="Elias Zakaria Mohellebi" userId="56af4c4a-6968-4862-9093-57b2055c8dd8" providerId="ADAL" clId="{1E1FDC68-94F7-5A2E-B020-A4526CA46D83}" dt="2026-10-13T09:27:42.246" v="4340" actId="1076"/>
          <ac:spMkLst>
            <pc:docMk/>
            <pc:sldMk cId="3598296821" sldId="327"/>
            <ac:spMk id="13" creationId="{72952FBE-0931-1094-D252-4A2FE1511332}"/>
          </ac:spMkLst>
        </pc:spChg>
        <pc:spChg chg="add mod">
          <ac:chgData name="Elias Zakaria Mohellebi" userId="56af4c4a-6968-4862-9093-57b2055c8dd8" providerId="ADAL" clId="{1E1FDC68-94F7-5A2E-B020-A4526CA46D83}" dt="2026-10-13T09:27:27.661" v="4338"/>
          <ac:spMkLst>
            <pc:docMk/>
            <pc:sldMk cId="3598296821" sldId="327"/>
            <ac:spMk id="14" creationId="{9253EA71-8FDE-15C7-D265-F238BC589773}"/>
          </ac:spMkLst>
        </pc:spChg>
        <pc:graphicFrameChg chg="add mod">
          <ac:chgData name="Elias Zakaria Mohellebi" userId="56af4c4a-6968-4862-9093-57b2055c8dd8" providerId="ADAL" clId="{1E1FDC68-94F7-5A2E-B020-A4526CA46D83}" dt="2026-10-13T09:27:09.626" v="4336"/>
          <ac:graphicFrameMkLst>
            <pc:docMk/>
            <pc:sldMk cId="3598296821" sldId="327"/>
            <ac:graphicFrameMk id="5" creationId="{EA28D43D-B838-264C-B036-961EECB3D899}"/>
          </ac:graphicFrameMkLst>
        </pc:graphicFrameChg>
        <pc:graphicFrameChg chg="add mod">
          <ac:chgData name="Elias Zakaria Mohellebi" userId="56af4c4a-6968-4862-9093-57b2055c8dd8" providerId="ADAL" clId="{1E1FDC68-94F7-5A2E-B020-A4526CA46D83}" dt="2026-10-13T09:27:22.075" v="4337"/>
          <ac:graphicFrameMkLst>
            <pc:docMk/>
            <pc:sldMk cId="3598296821" sldId="327"/>
            <ac:graphicFrameMk id="11" creationId="{6E2874FA-DD49-E549-AEE4-C8114CB6D495}"/>
          </ac:graphicFrameMkLst>
        </pc:graphicFrameChg>
        <pc:picChg chg="del">
          <ac:chgData name="Elias Zakaria Mohellebi" userId="56af4c4a-6968-4862-9093-57b2055c8dd8" providerId="ADAL" clId="{1E1FDC68-94F7-5A2E-B020-A4526CA46D83}" dt="2026-10-13T09:26:57.308" v="4334" actId="478"/>
          <ac:picMkLst>
            <pc:docMk/>
            <pc:sldMk cId="3598296821" sldId="327"/>
            <ac:picMk id="6" creationId="{4196BB8B-A520-CA05-FE52-4DB07484DE41}"/>
          </ac:picMkLst>
        </pc:picChg>
      </pc:sldChg>
      <pc:sldChg chg="addSp delSp modSp add del mod ord">
        <pc:chgData name="Elias Zakaria Mohellebi" userId="56af4c4a-6968-4862-9093-57b2055c8dd8" providerId="ADAL" clId="{1E1FDC68-94F7-5A2E-B020-A4526CA46D83}" dt="2026-10-13T10:30:52.102" v="4407" actId="2696"/>
        <pc:sldMkLst>
          <pc:docMk/>
          <pc:sldMk cId="1570268740" sldId="328"/>
        </pc:sldMkLst>
        <pc:spChg chg="del">
          <ac:chgData name="Elias Zakaria Mohellebi" userId="56af4c4a-6968-4862-9093-57b2055c8dd8" providerId="ADAL" clId="{1E1FDC68-94F7-5A2E-B020-A4526CA46D83}" dt="2026-10-13T09:29:31.482" v="4363" actId="478"/>
          <ac:spMkLst>
            <pc:docMk/>
            <pc:sldMk cId="1570268740" sldId="328"/>
            <ac:spMk id="3" creationId="{FD6DAC2B-FCC7-509F-C61D-C449A77D9BE5}"/>
          </ac:spMkLst>
        </pc:spChg>
        <pc:spChg chg="add mod">
          <ac:chgData name="Elias Zakaria Mohellebi" userId="56af4c4a-6968-4862-9093-57b2055c8dd8" providerId="ADAL" clId="{1E1FDC68-94F7-5A2E-B020-A4526CA46D83}" dt="2026-10-13T09:29:40.414" v="4364"/>
          <ac:spMkLst>
            <pc:docMk/>
            <pc:sldMk cId="1570268740" sldId="328"/>
            <ac:spMk id="4" creationId="{3092E650-63C4-C4AE-2E45-F824CD6084EF}"/>
          </ac:spMkLst>
        </pc:spChg>
        <pc:spChg chg="add mod">
          <ac:chgData name="Elias Zakaria Mohellebi" userId="56af4c4a-6968-4862-9093-57b2055c8dd8" providerId="ADAL" clId="{1E1FDC68-94F7-5A2E-B020-A4526CA46D83}" dt="2026-10-13T09:29:40.414" v="4364"/>
          <ac:spMkLst>
            <pc:docMk/>
            <pc:sldMk cId="1570268740" sldId="328"/>
            <ac:spMk id="5" creationId="{3B09FC50-4DAC-AAB4-A0CF-2F432FA821A3}"/>
          </ac:spMkLst>
        </pc:spChg>
        <pc:spChg chg="del">
          <ac:chgData name="Elias Zakaria Mohellebi" userId="56af4c4a-6968-4862-9093-57b2055c8dd8" providerId="ADAL" clId="{1E1FDC68-94F7-5A2E-B020-A4526CA46D83}" dt="2026-10-13T09:29:29.016" v="4362" actId="478"/>
          <ac:spMkLst>
            <pc:docMk/>
            <pc:sldMk cId="1570268740" sldId="328"/>
            <ac:spMk id="8" creationId="{AA0E4A46-598B-08B7-5A45-60A8F4C4D8AE}"/>
          </ac:spMkLst>
        </pc:spChg>
        <pc:spChg chg="add mod">
          <ac:chgData name="Elias Zakaria Mohellebi" userId="56af4c4a-6968-4862-9093-57b2055c8dd8" providerId="ADAL" clId="{1E1FDC68-94F7-5A2E-B020-A4526CA46D83}" dt="2026-10-13T09:30:03.834" v="4369" actId="1076"/>
          <ac:spMkLst>
            <pc:docMk/>
            <pc:sldMk cId="1570268740" sldId="328"/>
            <ac:spMk id="10" creationId="{F265A584-20AF-76FB-015C-5E5B3B3B03D2}"/>
          </ac:spMkLst>
        </pc:spChg>
        <pc:graphicFrameChg chg="add mod">
          <ac:chgData name="Elias Zakaria Mohellebi" userId="56af4c4a-6968-4862-9093-57b2055c8dd8" providerId="ADAL" clId="{1E1FDC68-94F7-5A2E-B020-A4526CA46D83}" dt="2026-10-13T09:29:40.414" v="4364"/>
          <ac:graphicFrameMkLst>
            <pc:docMk/>
            <pc:sldMk cId="1570268740" sldId="328"/>
            <ac:graphicFrameMk id="7" creationId="{641FAF9A-2A92-998D-325B-2F4FA644CDF9}"/>
          </ac:graphicFrameMkLst>
        </pc:graphicFrameChg>
        <pc:picChg chg="del">
          <ac:chgData name="Elias Zakaria Mohellebi" userId="56af4c4a-6968-4862-9093-57b2055c8dd8" providerId="ADAL" clId="{1E1FDC68-94F7-5A2E-B020-A4526CA46D83}" dt="2026-10-13T09:29:29.016" v="4362" actId="478"/>
          <ac:picMkLst>
            <pc:docMk/>
            <pc:sldMk cId="1570268740" sldId="328"/>
            <ac:picMk id="6" creationId="{C2708E2B-F5DC-306E-D7C8-57B2AC03D081}"/>
          </ac:picMkLst>
        </pc:picChg>
      </pc:sldChg>
      <pc:sldChg chg="addSp delSp modSp add mod modAnim">
        <pc:chgData name="Elias Zakaria Mohellebi" userId="56af4c4a-6968-4862-9093-57b2055c8dd8" providerId="ADAL" clId="{1E1FDC68-94F7-5A2E-B020-A4526CA46D83}" dt="2026-10-13T09:31:08.462" v="4373"/>
        <pc:sldMkLst>
          <pc:docMk/>
          <pc:sldMk cId="3745961406" sldId="329"/>
        </pc:sldMkLst>
        <pc:spChg chg="add mod">
          <ac:chgData name="Elias Zakaria Mohellebi" userId="56af4c4a-6968-4862-9093-57b2055c8dd8" providerId="ADAL" clId="{1E1FDC68-94F7-5A2E-B020-A4526CA46D83}" dt="2026-10-13T09:31:08.462" v="4373"/>
          <ac:spMkLst>
            <pc:docMk/>
            <pc:sldMk cId="3745961406" sldId="329"/>
            <ac:spMk id="3" creationId="{7437CDBB-C72A-D44B-5F39-4DF056535076}"/>
          </ac:spMkLst>
        </pc:spChg>
        <pc:spChg chg="del">
          <ac:chgData name="Elias Zakaria Mohellebi" userId="56af4c4a-6968-4862-9093-57b2055c8dd8" providerId="ADAL" clId="{1E1FDC68-94F7-5A2E-B020-A4526CA46D83}" dt="2026-10-13T09:30:52.131" v="4371" actId="478"/>
          <ac:spMkLst>
            <pc:docMk/>
            <pc:sldMk cId="3745961406" sldId="329"/>
            <ac:spMk id="4" creationId="{972DC7D7-22EC-658E-6BEC-42E8E4D8443F}"/>
          </ac:spMkLst>
        </pc:spChg>
        <pc:spChg chg="del">
          <ac:chgData name="Elias Zakaria Mohellebi" userId="56af4c4a-6968-4862-9093-57b2055c8dd8" providerId="ADAL" clId="{1E1FDC68-94F7-5A2E-B020-A4526CA46D83}" dt="2026-10-13T09:30:52.131" v="4371" actId="478"/>
          <ac:spMkLst>
            <pc:docMk/>
            <pc:sldMk cId="3745961406" sldId="329"/>
            <ac:spMk id="5" creationId="{1119757B-AD98-FDC9-C232-D965D7559C14}"/>
          </ac:spMkLst>
        </pc:spChg>
        <pc:spChg chg="add mod">
          <ac:chgData name="Elias Zakaria Mohellebi" userId="56af4c4a-6968-4862-9093-57b2055c8dd8" providerId="ADAL" clId="{1E1FDC68-94F7-5A2E-B020-A4526CA46D83}" dt="2026-10-13T09:31:08.462" v="4373"/>
          <ac:spMkLst>
            <pc:docMk/>
            <pc:sldMk cId="3745961406" sldId="329"/>
            <ac:spMk id="6" creationId="{EDCB80F5-ED99-995B-A6EF-2A8881700CC4}"/>
          </ac:spMkLst>
        </pc:spChg>
        <pc:spChg chg="add mod">
          <ac:chgData name="Elias Zakaria Mohellebi" userId="56af4c4a-6968-4862-9093-57b2055c8dd8" providerId="ADAL" clId="{1E1FDC68-94F7-5A2E-B020-A4526CA46D83}" dt="2026-10-13T09:31:08.462" v="4373"/>
          <ac:spMkLst>
            <pc:docMk/>
            <pc:sldMk cId="3745961406" sldId="329"/>
            <ac:spMk id="8" creationId="{847AFAA1-6EC7-51B4-0E4A-9C0DFA84256C}"/>
          </ac:spMkLst>
        </pc:spChg>
        <pc:spChg chg="del">
          <ac:chgData name="Elias Zakaria Mohellebi" userId="56af4c4a-6968-4862-9093-57b2055c8dd8" providerId="ADAL" clId="{1E1FDC68-94F7-5A2E-B020-A4526CA46D83}" dt="2026-10-13T09:30:53.684" v="4372" actId="478"/>
          <ac:spMkLst>
            <pc:docMk/>
            <pc:sldMk cId="3745961406" sldId="329"/>
            <ac:spMk id="10" creationId="{EAD0FA41-D2C3-8967-3417-1250E8D575F6}"/>
          </ac:spMkLst>
        </pc:spChg>
        <pc:spChg chg="add mod">
          <ac:chgData name="Elias Zakaria Mohellebi" userId="56af4c4a-6968-4862-9093-57b2055c8dd8" providerId="ADAL" clId="{1E1FDC68-94F7-5A2E-B020-A4526CA46D83}" dt="2026-10-13T09:31:08.462" v="4373"/>
          <ac:spMkLst>
            <pc:docMk/>
            <pc:sldMk cId="3745961406" sldId="329"/>
            <ac:spMk id="11" creationId="{7581CD7C-A30C-3C9E-E51E-8E9D8B2D0C6F}"/>
          </ac:spMkLst>
        </pc:spChg>
        <pc:spChg chg="add mod">
          <ac:chgData name="Elias Zakaria Mohellebi" userId="56af4c4a-6968-4862-9093-57b2055c8dd8" providerId="ADAL" clId="{1E1FDC68-94F7-5A2E-B020-A4526CA46D83}" dt="2026-10-13T09:31:08.462" v="4373"/>
          <ac:spMkLst>
            <pc:docMk/>
            <pc:sldMk cId="3745961406" sldId="329"/>
            <ac:spMk id="12" creationId="{6085AD2A-84CF-CEDF-C3A1-EBFE91346B32}"/>
          </ac:spMkLst>
        </pc:spChg>
        <pc:spChg chg="add mod">
          <ac:chgData name="Elias Zakaria Mohellebi" userId="56af4c4a-6968-4862-9093-57b2055c8dd8" providerId="ADAL" clId="{1E1FDC68-94F7-5A2E-B020-A4526CA46D83}" dt="2026-10-13T09:31:08.462" v="4373"/>
          <ac:spMkLst>
            <pc:docMk/>
            <pc:sldMk cId="3745961406" sldId="329"/>
            <ac:spMk id="13" creationId="{AC8CEEF3-181C-A1AC-6C0B-E5C0B062FD20}"/>
          </ac:spMkLst>
        </pc:spChg>
        <pc:spChg chg="add mod">
          <ac:chgData name="Elias Zakaria Mohellebi" userId="56af4c4a-6968-4862-9093-57b2055c8dd8" providerId="ADAL" clId="{1E1FDC68-94F7-5A2E-B020-A4526CA46D83}" dt="2026-10-13T09:31:08.462" v="4373"/>
          <ac:spMkLst>
            <pc:docMk/>
            <pc:sldMk cId="3745961406" sldId="329"/>
            <ac:spMk id="14" creationId="{D1BE1569-F9CD-18FE-CCAE-20F9F41F5531}"/>
          </ac:spMkLst>
        </pc:spChg>
        <pc:graphicFrameChg chg="del">
          <ac:chgData name="Elias Zakaria Mohellebi" userId="56af4c4a-6968-4862-9093-57b2055c8dd8" providerId="ADAL" clId="{1E1FDC68-94F7-5A2E-B020-A4526CA46D83}" dt="2026-10-13T09:30:52.131" v="4371" actId="478"/>
          <ac:graphicFrameMkLst>
            <pc:docMk/>
            <pc:sldMk cId="3745961406" sldId="329"/>
            <ac:graphicFrameMk id="7" creationId="{72A2C32F-7615-4830-EA7B-C104F708601B}"/>
          </ac:graphicFrameMkLst>
        </pc:graphicFrameChg>
      </pc:sldChg>
      <pc:sldChg chg="addSp delSp modSp add mod delAnim">
        <pc:chgData name="Elias Zakaria Mohellebi" userId="56af4c4a-6968-4862-9093-57b2055c8dd8" providerId="ADAL" clId="{1E1FDC68-94F7-5A2E-B020-A4526CA46D83}" dt="2026-10-13T09:31:56.701" v="4389" actId="1036"/>
        <pc:sldMkLst>
          <pc:docMk/>
          <pc:sldMk cId="2445733808" sldId="330"/>
        </pc:sldMkLst>
        <pc:spChg chg="del">
          <ac:chgData name="Elias Zakaria Mohellebi" userId="56af4c4a-6968-4862-9093-57b2055c8dd8" providerId="ADAL" clId="{1E1FDC68-94F7-5A2E-B020-A4526CA46D83}" dt="2026-10-13T09:31:40.519" v="4375" actId="478"/>
          <ac:spMkLst>
            <pc:docMk/>
            <pc:sldMk cId="2445733808" sldId="330"/>
            <ac:spMk id="3" creationId="{A88D7CEE-A3A3-43A3-BDB5-F1887206DF3E}"/>
          </ac:spMkLst>
        </pc:spChg>
        <pc:spChg chg="add mod">
          <ac:chgData name="Elias Zakaria Mohellebi" userId="56af4c4a-6968-4862-9093-57b2055c8dd8" providerId="ADAL" clId="{1E1FDC68-94F7-5A2E-B020-A4526CA46D83}" dt="2026-10-13T09:31:47.605" v="4376"/>
          <ac:spMkLst>
            <pc:docMk/>
            <pc:sldMk cId="2445733808" sldId="330"/>
            <ac:spMk id="4" creationId="{07C2FFDA-AC4B-A762-2D84-9F7F807040CA}"/>
          </ac:spMkLst>
        </pc:spChg>
        <pc:spChg chg="add mod">
          <ac:chgData name="Elias Zakaria Mohellebi" userId="56af4c4a-6968-4862-9093-57b2055c8dd8" providerId="ADAL" clId="{1E1FDC68-94F7-5A2E-B020-A4526CA46D83}" dt="2026-10-13T09:31:56.701" v="4389" actId="1036"/>
          <ac:spMkLst>
            <pc:docMk/>
            <pc:sldMk cId="2445733808" sldId="330"/>
            <ac:spMk id="5" creationId="{90C7DB82-8B5B-08B7-B616-C3252A65165D}"/>
          </ac:spMkLst>
        </pc:spChg>
        <pc:spChg chg="del">
          <ac:chgData name="Elias Zakaria Mohellebi" userId="56af4c4a-6968-4862-9093-57b2055c8dd8" providerId="ADAL" clId="{1E1FDC68-94F7-5A2E-B020-A4526CA46D83}" dt="2026-10-13T09:31:40.519" v="4375" actId="478"/>
          <ac:spMkLst>
            <pc:docMk/>
            <pc:sldMk cId="2445733808" sldId="330"/>
            <ac:spMk id="6" creationId="{D849D4B7-0ED5-BBDD-914A-8B7D672D5B96}"/>
          </ac:spMkLst>
        </pc:spChg>
        <pc:spChg chg="add mod">
          <ac:chgData name="Elias Zakaria Mohellebi" userId="56af4c4a-6968-4862-9093-57b2055c8dd8" providerId="ADAL" clId="{1E1FDC68-94F7-5A2E-B020-A4526CA46D83}" dt="2026-10-13T09:31:56.701" v="4389" actId="1036"/>
          <ac:spMkLst>
            <pc:docMk/>
            <pc:sldMk cId="2445733808" sldId="330"/>
            <ac:spMk id="7" creationId="{F940C6A2-B604-2814-D84F-5336F0B75E51}"/>
          </ac:spMkLst>
        </pc:spChg>
        <pc:spChg chg="del">
          <ac:chgData name="Elias Zakaria Mohellebi" userId="56af4c4a-6968-4862-9093-57b2055c8dd8" providerId="ADAL" clId="{1E1FDC68-94F7-5A2E-B020-A4526CA46D83}" dt="2026-10-13T09:31:40.519" v="4375" actId="478"/>
          <ac:spMkLst>
            <pc:docMk/>
            <pc:sldMk cId="2445733808" sldId="330"/>
            <ac:spMk id="8" creationId="{F48CFEFE-BCC9-3564-AF07-019BB63FD908}"/>
          </ac:spMkLst>
        </pc:spChg>
        <pc:spChg chg="add mod">
          <ac:chgData name="Elias Zakaria Mohellebi" userId="56af4c4a-6968-4862-9093-57b2055c8dd8" providerId="ADAL" clId="{1E1FDC68-94F7-5A2E-B020-A4526CA46D83}" dt="2026-10-13T09:31:56.701" v="4389" actId="1036"/>
          <ac:spMkLst>
            <pc:docMk/>
            <pc:sldMk cId="2445733808" sldId="330"/>
            <ac:spMk id="10" creationId="{8A34ED19-D0CD-621E-7185-0015C083793B}"/>
          </ac:spMkLst>
        </pc:spChg>
        <pc:spChg chg="del">
          <ac:chgData name="Elias Zakaria Mohellebi" userId="56af4c4a-6968-4862-9093-57b2055c8dd8" providerId="ADAL" clId="{1E1FDC68-94F7-5A2E-B020-A4526CA46D83}" dt="2026-10-13T09:31:40.519" v="4375" actId="478"/>
          <ac:spMkLst>
            <pc:docMk/>
            <pc:sldMk cId="2445733808" sldId="330"/>
            <ac:spMk id="11" creationId="{E8643839-2452-AF29-E1E4-36AF524F7ED5}"/>
          </ac:spMkLst>
        </pc:spChg>
        <pc:spChg chg="del">
          <ac:chgData name="Elias Zakaria Mohellebi" userId="56af4c4a-6968-4862-9093-57b2055c8dd8" providerId="ADAL" clId="{1E1FDC68-94F7-5A2E-B020-A4526CA46D83}" dt="2026-10-13T09:31:40.519" v="4375" actId="478"/>
          <ac:spMkLst>
            <pc:docMk/>
            <pc:sldMk cId="2445733808" sldId="330"/>
            <ac:spMk id="12" creationId="{6EE80D0C-C296-A08C-16F1-C35556FE55E2}"/>
          </ac:spMkLst>
        </pc:spChg>
        <pc:spChg chg="del">
          <ac:chgData name="Elias Zakaria Mohellebi" userId="56af4c4a-6968-4862-9093-57b2055c8dd8" providerId="ADAL" clId="{1E1FDC68-94F7-5A2E-B020-A4526CA46D83}" dt="2026-10-13T09:31:40.519" v="4375" actId="478"/>
          <ac:spMkLst>
            <pc:docMk/>
            <pc:sldMk cId="2445733808" sldId="330"/>
            <ac:spMk id="13" creationId="{8B91D676-120B-1601-7694-9DFF173684E6}"/>
          </ac:spMkLst>
        </pc:spChg>
        <pc:spChg chg="del">
          <ac:chgData name="Elias Zakaria Mohellebi" userId="56af4c4a-6968-4862-9093-57b2055c8dd8" providerId="ADAL" clId="{1E1FDC68-94F7-5A2E-B020-A4526CA46D83}" dt="2026-10-13T09:31:40.519" v="4375" actId="478"/>
          <ac:spMkLst>
            <pc:docMk/>
            <pc:sldMk cId="2445733808" sldId="330"/>
            <ac:spMk id="14" creationId="{E7BD6D1B-C25A-0A61-AD0B-685091A82C0A}"/>
          </ac:spMkLst>
        </pc:spChg>
        <pc:spChg chg="add mod">
          <ac:chgData name="Elias Zakaria Mohellebi" userId="56af4c4a-6968-4862-9093-57b2055c8dd8" providerId="ADAL" clId="{1E1FDC68-94F7-5A2E-B020-A4526CA46D83}" dt="2026-10-13T09:31:56.701" v="4389" actId="1036"/>
          <ac:spMkLst>
            <pc:docMk/>
            <pc:sldMk cId="2445733808" sldId="330"/>
            <ac:spMk id="15" creationId="{D26986DB-9931-D812-9C76-524A912FF143}"/>
          </ac:spMkLst>
        </pc:spChg>
        <pc:spChg chg="add mod">
          <ac:chgData name="Elias Zakaria Mohellebi" userId="56af4c4a-6968-4862-9093-57b2055c8dd8" providerId="ADAL" clId="{1E1FDC68-94F7-5A2E-B020-A4526CA46D83}" dt="2026-10-13T09:31:56.701" v="4389" actId="1036"/>
          <ac:spMkLst>
            <pc:docMk/>
            <pc:sldMk cId="2445733808" sldId="330"/>
            <ac:spMk id="16" creationId="{8D9605AF-3E60-D362-5B15-31F2EB7841A5}"/>
          </ac:spMkLst>
        </pc:spChg>
        <pc:spChg chg="add mod">
          <ac:chgData name="Elias Zakaria Mohellebi" userId="56af4c4a-6968-4862-9093-57b2055c8dd8" providerId="ADAL" clId="{1E1FDC68-94F7-5A2E-B020-A4526CA46D83}" dt="2026-10-13T09:31:56.701" v="4389" actId="1036"/>
          <ac:spMkLst>
            <pc:docMk/>
            <pc:sldMk cId="2445733808" sldId="330"/>
            <ac:spMk id="17" creationId="{4CE757F3-10B5-623B-9A6F-D605045605D9}"/>
          </ac:spMkLst>
        </pc:spChg>
        <pc:spChg chg="add mod">
          <ac:chgData name="Elias Zakaria Mohellebi" userId="56af4c4a-6968-4862-9093-57b2055c8dd8" providerId="ADAL" clId="{1E1FDC68-94F7-5A2E-B020-A4526CA46D83}" dt="2026-10-13T09:31:56.701" v="4389" actId="1036"/>
          <ac:spMkLst>
            <pc:docMk/>
            <pc:sldMk cId="2445733808" sldId="330"/>
            <ac:spMk id="18" creationId="{2FBFC729-B068-4A72-FE53-D2912116D1BF}"/>
          </ac:spMkLst>
        </pc:spChg>
        <pc:spChg chg="add mod">
          <ac:chgData name="Elias Zakaria Mohellebi" userId="56af4c4a-6968-4862-9093-57b2055c8dd8" providerId="ADAL" clId="{1E1FDC68-94F7-5A2E-B020-A4526CA46D83}" dt="2026-10-13T09:31:56.701" v="4389" actId="1036"/>
          <ac:spMkLst>
            <pc:docMk/>
            <pc:sldMk cId="2445733808" sldId="330"/>
            <ac:spMk id="19" creationId="{22CE8446-1E3B-2EED-5DF8-C5FE2CF4B9CE}"/>
          </ac:spMkLst>
        </pc:spChg>
      </pc:sldChg>
      <pc:sldChg chg="addSp delSp modSp add mod">
        <pc:chgData name="Elias Zakaria Mohellebi" userId="56af4c4a-6968-4862-9093-57b2055c8dd8" providerId="ADAL" clId="{1E1FDC68-94F7-5A2E-B020-A4526CA46D83}" dt="2026-10-13T10:12:26.097" v="4400"/>
        <pc:sldMkLst>
          <pc:docMk/>
          <pc:sldMk cId="215413301" sldId="331"/>
        </pc:sldMkLst>
        <pc:spChg chg="del">
          <ac:chgData name="Elias Zakaria Mohellebi" userId="56af4c4a-6968-4862-9093-57b2055c8dd8" providerId="ADAL" clId="{1E1FDC68-94F7-5A2E-B020-A4526CA46D83}" dt="2026-10-13T10:12:17.951" v="4399" actId="478"/>
          <ac:spMkLst>
            <pc:docMk/>
            <pc:sldMk cId="215413301" sldId="331"/>
            <ac:spMk id="3" creationId="{1FCB7192-94F2-FE4A-3704-E7BCCFD42723}"/>
          </ac:spMkLst>
        </pc:spChg>
        <pc:spChg chg="add del mod">
          <ac:chgData name="Elias Zakaria Mohellebi" userId="56af4c4a-6968-4862-9093-57b2055c8dd8" providerId="ADAL" clId="{1E1FDC68-94F7-5A2E-B020-A4526CA46D83}" dt="2026-10-13T10:11:53.252" v="4398" actId="478"/>
          <ac:spMkLst>
            <pc:docMk/>
            <pc:sldMk cId="215413301" sldId="331"/>
            <ac:spMk id="4" creationId="{5BED2356-7DCB-3A31-7747-9DBAC7037111}"/>
          </ac:spMkLst>
        </pc:spChg>
        <pc:spChg chg="add mod">
          <ac:chgData name="Elias Zakaria Mohellebi" userId="56af4c4a-6968-4862-9093-57b2055c8dd8" providerId="ADAL" clId="{1E1FDC68-94F7-5A2E-B020-A4526CA46D83}" dt="2026-10-13T10:11:41.498" v="4397"/>
          <ac:spMkLst>
            <pc:docMk/>
            <pc:sldMk cId="215413301" sldId="331"/>
            <ac:spMk id="5" creationId="{C7303A7E-97A8-686C-0E28-0E9BCEB48182}"/>
          </ac:spMkLst>
        </pc:spChg>
        <pc:spChg chg="add mod">
          <ac:chgData name="Elias Zakaria Mohellebi" userId="56af4c4a-6968-4862-9093-57b2055c8dd8" providerId="ADAL" clId="{1E1FDC68-94F7-5A2E-B020-A4526CA46D83}" dt="2026-10-13T10:11:41.498" v="4397"/>
          <ac:spMkLst>
            <pc:docMk/>
            <pc:sldMk cId="215413301" sldId="331"/>
            <ac:spMk id="8" creationId="{6053B93B-0FA6-41CB-E7C6-A2EECE8BA202}"/>
          </ac:spMkLst>
        </pc:spChg>
        <pc:spChg chg="add mod">
          <ac:chgData name="Elias Zakaria Mohellebi" userId="56af4c4a-6968-4862-9093-57b2055c8dd8" providerId="ADAL" clId="{1E1FDC68-94F7-5A2E-B020-A4526CA46D83}" dt="2026-10-13T10:11:41.498" v="4397"/>
          <ac:spMkLst>
            <pc:docMk/>
            <pc:sldMk cId="215413301" sldId="331"/>
            <ac:spMk id="10" creationId="{19643C58-6F12-F1E4-9DDD-62E84A9E6B2D}"/>
          </ac:spMkLst>
        </pc:spChg>
        <pc:spChg chg="add mod">
          <ac:chgData name="Elias Zakaria Mohellebi" userId="56af4c4a-6968-4862-9093-57b2055c8dd8" providerId="ADAL" clId="{1E1FDC68-94F7-5A2E-B020-A4526CA46D83}" dt="2026-10-13T10:12:26.097" v="4400"/>
          <ac:spMkLst>
            <pc:docMk/>
            <pc:sldMk cId="215413301" sldId="331"/>
            <ac:spMk id="11" creationId="{4272CFE5-69F8-4DCF-D3E0-5089FB097C3C}"/>
          </ac:spMkLst>
        </pc:spChg>
        <pc:graphicFrameChg chg="add mod">
          <ac:chgData name="Elias Zakaria Mohellebi" userId="56af4c4a-6968-4862-9093-57b2055c8dd8" providerId="ADAL" clId="{1E1FDC68-94F7-5A2E-B020-A4526CA46D83}" dt="2026-10-13T10:11:41.498" v="4397"/>
          <ac:graphicFrameMkLst>
            <pc:docMk/>
            <pc:sldMk cId="215413301" sldId="331"/>
            <ac:graphicFrameMk id="7" creationId="{39DDBFE3-6050-5AEB-2FAC-425999FB1475}"/>
          </ac:graphicFrameMkLst>
        </pc:graphicFrameChg>
        <pc:picChg chg="del">
          <ac:chgData name="Elias Zakaria Mohellebi" userId="56af4c4a-6968-4862-9093-57b2055c8dd8" providerId="ADAL" clId="{1E1FDC68-94F7-5A2E-B020-A4526CA46D83}" dt="2026-10-13T10:11:25.768" v="4396" actId="478"/>
          <ac:picMkLst>
            <pc:docMk/>
            <pc:sldMk cId="215413301" sldId="331"/>
            <ac:picMk id="6" creationId="{BFBFDC2B-341E-D30C-9B82-809970040AE9}"/>
          </ac:picMkLst>
        </pc:picChg>
      </pc:sldChg>
      <pc:sldChg chg="add del">
        <pc:chgData name="Elias Zakaria Mohellebi" userId="56af4c4a-6968-4862-9093-57b2055c8dd8" providerId="ADAL" clId="{1E1FDC68-94F7-5A2E-B020-A4526CA46D83}" dt="2026-10-13T10:03:35.763" v="4393" actId="2696"/>
        <pc:sldMkLst>
          <pc:docMk/>
          <pc:sldMk cId="2851094847" sldId="331"/>
        </pc:sldMkLst>
      </pc:sldChg>
      <pc:sldChg chg="addSp delSp modSp add mod">
        <pc:chgData name="Elias Zakaria Mohellebi" userId="56af4c4a-6968-4862-9093-57b2055c8dd8" providerId="ADAL" clId="{1E1FDC68-94F7-5A2E-B020-A4526CA46D83}" dt="2026-10-13T10:30:47.306" v="4406"/>
        <pc:sldMkLst>
          <pc:docMk/>
          <pc:sldMk cId="4012677303" sldId="332"/>
        </pc:sldMkLst>
        <pc:spChg chg="add mod">
          <ac:chgData name="Elias Zakaria Mohellebi" userId="56af4c4a-6968-4862-9093-57b2055c8dd8" providerId="ADAL" clId="{1E1FDC68-94F7-5A2E-B020-A4526CA46D83}" dt="2026-10-13T10:30:47.306" v="4406"/>
          <ac:spMkLst>
            <pc:docMk/>
            <pc:sldMk cId="4012677303" sldId="332"/>
            <ac:spMk id="3" creationId="{A64B211E-484F-51A3-F4DE-A240EDAFCDB2}"/>
          </ac:spMkLst>
        </pc:spChg>
        <pc:spChg chg="del">
          <ac:chgData name="Elias Zakaria Mohellebi" userId="56af4c4a-6968-4862-9093-57b2055c8dd8" providerId="ADAL" clId="{1E1FDC68-94F7-5A2E-B020-A4526CA46D83}" dt="2026-10-13T10:30:42.562" v="4404" actId="478"/>
          <ac:spMkLst>
            <pc:docMk/>
            <pc:sldMk cId="4012677303" sldId="332"/>
            <ac:spMk id="4" creationId="{9F35AD40-7C2B-1156-F32A-FE942E7643E5}"/>
          </ac:spMkLst>
        </pc:spChg>
        <pc:spChg chg="del">
          <ac:chgData name="Elias Zakaria Mohellebi" userId="56af4c4a-6968-4862-9093-57b2055c8dd8" providerId="ADAL" clId="{1E1FDC68-94F7-5A2E-B020-A4526CA46D83}" dt="2026-10-13T10:30:42.562" v="4404" actId="478"/>
          <ac:spMkLst>
            <pc:docMk/>
            <pc:sldMk cId="4012677303" sldId="332"/>
            <ac:spMk id="5" creationId="{D9A1F131-DC7E-C4B4-8074-2249B14BFF35}"/>
          </ac:spMkLst>
        </pc:spChg>
        <pc:spChg chg="add mod">
          <ac:chgData name="Elias Zakaria Mohellebi" userId="56af4c4a-6968-4862-9093-57b2055c8dd8" providerId="ADAL" clId="{1E1FDC68-94F7-5A2E-B020-A4526CA46D83}" dt="2026-10-13T10:30:47.306" v="4406"/>
          <ac:spMkLst>
            <pc:docMk/>
            <pc:sldMk cId="4012677303" sldId="332"/>
            <ac:spMk id="6" creationId="{BD56FED3-BED7-9D16-66CC-2D8EA7B84A26}"/>
          </ac:spMkLst>
        </pc:spChg>
        <pc:spChg chg="add mod">
          <ac:chgData name="Elias Zakaria Mohellebi" userId="56af4c4a-6968-4862-9093-57b2055c8dd8" providerId="ADAL" clId="{1E1FDC68-94F7-5A2E-B020-A4526CA46D83}" dt="2026-10-13T10:30:47.306" v="4406"/>
          <ac:spMkLst>
            <pc:docMk/>
            <pc:sldMk cId="4012677303" sldId="332"/>
            <ac:spMk id="8" creationId="{24B2EE10-6C12-A0FF-75A8-1C6F828DF95E}"/>
          </ac:spMkLst>
        </pc:spChg>
        <pc:spChg chg="del">
          <ac:chgData name="Elias Zakaria Mohellebi" userId="56af4c4a-6968-4862-9093-57b2055c8dd8" providerId="ADAL" clId="{1E1FDC68-94F7-5A2E-B020-A4526CA46D83}" dt="2026-10-13T10:30:46.506" v="4405" actId="478"/>
          <ac:spMkLst>
            <pc:docMk/>
            <pc:sldMk cId="4012677303" sldId="332"/>
            <ac:spMk id="10" creationId="{C6C77A00-8FBD-9EB8-2831-B2AAA377CB63}"/>
          </ac:spMkLst>
        </pc:spChg>
        <pc:graphicFrameChg chg="del">
          <ac:chgData name="Elias Zakaria Mohellebi" userId="56af4c4a-6968-4862-9093-57b2055c8dd8" providerId="ADAL" clId="{1E1FDC68-94F7-5A2E-B020-A4526CA46D83}" dt="2026-10-13T10:30:42.562" v="4404" actId="478"/>
          <ac:graphicFrameMkLst>
            <pc:docMk/>
            <pc:sldMk cId="4012677303" sldId="332"/>
            <ac:graphicFrameMk id="7" creationId="{9306AD56-AF70-0B17-81E1-CCEBFA582492}"/>
          </ac:graphicFrameMkLst>
        </pc:graphicFrameChg>
        <pc:graphicFrameChg chg="add mod">
          <ac:chgData name="Elias Zakaria Mohellebi" userId="56af4c4a-6968-4862-9093-57b2055c8dd8" providerId="ADAL" clId="{1E1FDC68-94F7-5A2E-B020-A4526CA46D83}" dt="2026-10-13T10:30:47.306" v="4406"/>
          <ac:graphicFrameMkLst>
            <pc:docMk/>
            <pc:sldMk cId="4012677303" sldId="332"/>
            <ac:graphicFrameMk id="11" creationId="{05087A24-0003-0B3A-49F9-EE09B2B965BF}"/>
          </ac:graphicFrameMkLst>
        </pc:graphicFrameChg>
        <pc:graphicFrameChg chg="add mod">
          <ac:chgData name="Elias Zakaria Mohellebi" userId="56af4c4a-6968-4862-9093-57b2055c8dd8" providerId="ADAL" clId="{1E1FDC68-94F7-5A2E-B020-A4526CA46D83}" dt="2026-10-13T10:30:47.306" v="4406"/>
          <ac:graphicFrameMkLst>
            <pc:docMk/>
            <pc:sldMk cId="4012677303" sldId="332"/>
            <ac:graphicFrameMk id="12" creationId="{9C0750B7-419B-0F67-033E-B0035EECE13B}"/>
          </ac:graphicFrameMkLst>
        </pc:graphicFrameChg>
      </pc:sldChg>
      <pc:sldChg chg="addSp delSp modSp add mod">
        <pc:chgData name="Elias Zakaria Mohellebi" userId="56af4c4a-6968-4862-9093-57b2055c8dd8" providerId="ADAL" clId="{1E1FDC68-94F7-5A2E-B020-A4526CA46D83}" dt="2026-10-13T10:31:44.190" v="4412"/>
        <pc:sldMkLst>
          <pc:docMk/>
          <pc:sldMk cId="2600611725" sldId="333"/>
        </pc:sldMkLst>
        <pc:spChg chg="del">
          <ac:chgData name="Elias Zakaria Mohellebi" userId="56af4c4a-6968-4862-9093-57b2055c8dd8" providerId="ADAL" clId="{1E1FDC68-94F7-5A2E-B020-A4526CA46D83}" dt="2026-10-13T10:31:36.978" v="4411" actId="478"/>
          <ac:spMkLst>
            <pc:docMk/>
            <pc:sldMk cId="2600611725" sldId="333"/>
            <ac:spMk id="3" creationId="{9FC74B60-ABFB-EB6C-F588-195E147E00D4}"/>
          </ac:spMkLst>
        </pc:spChg>
        <pc:spChg chg="add mod">
          <ac:chgData name="Elias Zakaria Mohellebi" userId="56af4c4a-6968-4862-9093-57b2055c8dd8" providerId="ADAL" clId="{1E1FDC68-94F7-5A2E-B020-A4526CA46D83}" dt="2026-10-13T10:31:44.190" v="4412"/>
          <ac:spMkLst>
            <pc:docMk/>
            <pc:sldMk cId="2600611725" sldId="333"/>
            <ac:spMk id="5" creationId="{0F387F66-B627-9DEC-8891-719AE0FB64D3}"/>
          </ac:spMkLst>
        </pc:spChg>
        <pc:spChg chg="add mod">
          <ac:chgData name="Elias Zakaria Mohellebi" userId="56af4c4a-6968-4862-9093-57b2055c8dd8" providerId="ADAL" clId="{1E1FDC68-94F7-5A2E-B020-A4526CA46D83}" dt="2026-10-13T10:31:44.190" v="4412"/>
          <ac:spMkLst>
            <pc:docMk/>
            <pc:sldMk cId="2600611725" sldId="333"/>
            <ac:spMk id="6" creationId="{58879F2C-4F11-47D5-47E4-50334DEF2675}"/>
          </ac:spMkLst>
        </pc:spChg>
        <pc:spChg chg="add mod">
          <ac:chgData name="Elias Zakaria Mohellebi" userId="56af4c4a-6968-4862-9093-57b2055c8dd8" providerId="ADAL" clId="{1E1FDC68-94F7-5A2E-B020-A4526CA46D83}" dt="2026-10-13T10:31:44.190" v="4412"/>
          <ac:spMkLst>
            <pc:docMk/>
            <pc:sldMk cId="2600611725" sldId="333"/>
            <ac:spMk id="7" creationId="{C4E02F80-C1F6-BC9F-69E8-F7F2D761CF05}"/>
          </ac:spMkLst>
        </pc:spChg>
        <pc:spChg chg="add mod">
          <ac:chgData name="Elias Zakaria Mohellebi" userId="56af4c4a-6968-4862-9093-57b2055c8dd8" providerId="ADAL" clId="{1E1FDC68-94F7-5A2E-B020-A4526CA46D83}" dt="2026-10-13T10:31:44.190" v="4412"/>
          <ac:spMkLst>
            <pc:docMk/>
            <pc:sldMk cId="2600611725" sldId="333"/>
            <ac:spMk id="10" creationId="{6BB6B8D0-8BC3-98FF-46DD-813BF557A8F0}"/>
          </ac:spMkLst>
        </pc:spChg>
        <pc:spChg chg="add mod">
          <ac:chgData name="Elias Zakaria Mohellebi" userId="56af4c4a-6968-4862-9093-57b2055c8dd8" providerId="ADAL" clId="{1E1FDC68-94F7-5A2E-B020-A4526CA46D83}" dt="2026-10-13T10:31:44.190" v="4412"/>
          <ac:spMkLst>
            <pc:docMk/>
            <pc:sldMk cId="2600611725" sldId="333"/>
            <ac:spMk id="11" creationId="{FA071948-815D-3AEE-6193-07BD7AE2614E}"/>
          </ac:spMkLst>
        </pc:spChg>
        <pc:graphicFrameChg chg="add mod">
          <ac:chgData name="Elias Zakaria Mohellebi" userId="56af4c4a-6968-4862-9093-57b2055c8dd8" providerId="ADAL" clId="{1E1FDC68-94F7-5A2E-B020-A4526CA46D83}" dt="2026-10-13T10:31:44.190" v="4412"/>
          <ac:graphicFrameMkLst>
            <pc:docMk/>
            <pc:sldMk cId="2600611725" sldId="333"/>
            <ac:graphicFrameMk id="8" creationId="{28FCE811-8571-1BC6-D03A-9667AE430278}"/>
          </ac:graphicFrameMkLst>
        </pc:graphicFrameChg>
        <pc:picChg chg="del">
          <ac:chgData name="Elias Zakaria Mohellebi" userId="56af4c4a-6968-4862-9093-57b2055c8dd8" providerId="ADAL" clId="{1E1FDC68-94F7-5A2E-B020-A4526CA46D83}" dt="2026-10-13T10:31:34.707" v="4410" actId="478"/>
          <ac:picMkLst>
            <pc:docMk/>
            <pc:sldMk cId="2600611725" sldId="333"/>
            <ac:picMk id="4" creationId="{A86F2E1D-BC6A-CEA6-3BD1-38084BD95DCE}"/>
          </ac:picMkLst>
        </pc:picChg>
      </pc:sldChg>
      <pc:sldChg chg="modSp mod">
        <pc:chgData name="Elias Zakaria Mohellebi" userId="56af4c4a-6968-4862-9093-57b2055c8dd8" providerId="ADAL" clId="{1E1FDC68-94F7-5A2E-B020-A4526CA46D83}" dt="2026-10-14T14:15:16.176" v="4764" actId="20577"/>
        <pc:sldMkLst>
          <pc:docMk/>
          <pc:sldMk cId="2029556108" sldId="334"/>
        </pc:sldMkLst>
        <pc:spChg chg="mod">
          <ac:chgData name="Elias Zakaria Mohellebi" userId="56af4c4a-6968-4862-9093-57b2055c8dd8" providerId="ADAL" clId="{1E1FDC68-94F7-5A2E-B020-A4526CA46D83}" dt="2026-10-14T14:15:16.176" v="4764" actId="20577"/>
          <ac:spMkLst>
            <pc:docMk/>
            <pc:sldMk cId="2029556108" sldId="334"/>
            <ac:spMk id="3" creationId="{3E7D5534-AEEF-4B4C-8F82-0587E1B47D48}"/>
          </ac:spMkLst>
        </pc:spChg>
      </pc:sldChg>
      <pc:sldChg chg="addSp modSp add mod ord">
        <pc:chgData name="Elias Zakaria Mohellebi" userId="56af4c4a-6968-4862-9093-57b2055c8dd8" providerId="ADAL" clId="{1E1FDC68-94F7-5A2E-B020-A4526CA46D83}" dt="2026-10-14T14:13:00.696" v="4747" actId="20577"/>
        <pc:sldMkLst>
          <pc:docMk/>
          <pc:sldMk cId="3170172936" sldId="361"/>
        </pc:sldMkLst>
        <pc:spChg chg="mod">
          <ac:chgData name="Elias Zakaria Mohellebi" userId="56af4c4a-6968-4862-9093-57b2055c8dd8" providerId="ADAL" clId="{1E1FDC68-94F7-5A2E-B020-A4526CA46D83}" dt="2026-10-14T14:13:00.696" v="4747" actId="20577"/>
          <ac:spMkLst>
            <pc:docMk/>
            <pc:sldMk cId="3170172936" sldId="361"/>
            <ac:spMk id="2" creationId="{EF2B5F16-3EE2-39B6-39E1-4B37AA047480}"/>
          </ac:spMkLst>
        </pc:spChg>
        <pc:picChg chg="add mod">
          <ac:chgData name="Elias Zakaria Mohellebi" userId="56af4c4a-6968-4862-9093-57b2055c8dd8" providerId="ADAL" clId="{1E1FDC68-94F7-5A2E-B020-A4526CA46D83}" dt="2026-10-14T12:42:08.186" v="4722" actId="1076"/>
          <ac:picMkLst>
            <pc:docMk/>
            <pc:sldMk cId="3170172936" sldId="361"/>
            <ac:picMk id="4" creationId="{9E774E5F-7696-0860-0B56-911C233C5382}"/>
          </ac:picMkLst>
        </pc:picChg>
      </pc:sldChg>
      <pc:sldChg chg="addSp delSp modSp add mod">
        <pc:chgData name="Elias Zakaria Mohellebi" userId="56af4c4a-6968-4862-9093-57b2055c8dd8" providerId="ADAL" clId="{1E1FDC68-94F7-5A2E-B020-A4526CA46D83}" dt="2026-10-14T13:23:04.993" v="4733" actId="1076"/>
        <pc:sldMkLst>
          <pc:docMk/>
          <pc:sldMk cId="262809435" sldId="362"/>
        </pc:sldMkLst>
        <pc:graphicFrameChg chg="del">
          <ac:chgData name="Elias Zakaria Mohellebi" userId="56af4c4a-6968-4862-9093-57b2055c8dd8" providerId="ADAL" clId="{1E1FDC68-94F7-5A2E-B020-A4526CA46D83}" dt="2026-10-14T13:22:51.230" v="4729" actId="478"/>
          <ac:graphicFrameMkLst>
            <pc:docMk/>
            <pc:sldMk cId="262809435" sldId="362"/>
            <ac:graphicFrameMk id="11" creationId="{B8C4AC96-2777-5E67-C899-AA515C783BF4}"/>
          </ac:graphicFrameMkLst>
        </pc:graphicFrameChg>
        <pc:graphicFrameChg chg="del modGraphic">
          <ac:chgData name="Elias Zakaria Mohellebi" userId="56af4c4a-6968-4862-9093-57b2055c8dd8" providerId="ADAL" clId="{1E1FDC68-94F7-5A2E-B020-A4526CA46D83}" dt="2026-10-14T13:22:55.584" v="4731" actId="478"/>
          <ac:graphicFrameMkLst>
            <pc:docMk/>
            <pc:sldMk cId="262809435" sldId="362"/>
            <ac:graphicFrameMk id="12" creationId="{59D9E9E7-FDAE-5349-4C3E-E1A70ED4EB31}"/>
          </ac:graphicFrameMkLst>
        </pc:graphicFrameChg>
        <pc:picChg chg="add mod">
          <ac:chgData name="Elias Zakaria Mohellebi" userId="56af4c4a-6968-4862-9093-57b2055c8dd8" providerId="ADAL" clId="{1E1FDC68-94F7-5A2E-B020-A4526CA46D83}" dt="2026-10-14T13:23:04.993" v="4733" actId="1076"/>
          <ac:picMkLst>
            <pc:docMk/>
            <pc:sldMk cId="262809435" sldId="362"/>
            <ac:picMk id="4" creationId="{5B6BC350-D602-2E2B-9991-53FB1961804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Energy content</c:v>
          </c:tx>
          <c:spPr>
            <a:solidFill>
              <a:srgbClr val="B7A0F5"/>
            </a:solidFill>
            <a:ln w="0">
              <a:solidFill>
                <a:srgbClr val="B7A0F5"/>
              </a:solidFill>
            </a:ln>
          </c:spPr>
          <c:invertIfNegative val="1"/>
          <c:cat>
            <c:strRef>
              <c:f>'Chart Data'!$A$2:$A$5</c:f>
              <c:strCache>
                <c:ptCount val="4"/>
                <c:pt idx="0">
                  <c:v>Lignite</c:v>
                </c:pt>
                <c:pt idx="1">
                  <c:v>Sub-bituminous</c:v>
                </c:pt>
                <c:pt idx="2">
                  <c:v>Bituminous</c:v>
                </c:pt>
                <c:pt idx="3">
                  <c:v>Anthracite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29000</c:v>
                </c:pt>
                <c:pt idx="1">
                  <c:v>34000</c:v>
                </c:pt>
                <c:pt idx="2">
                  <c:v>35500</c:v>
                </c:pt>
                <c:pt idx="3">
                  <c:v>35200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7A0F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BD0-6040-9F5C-0A8ED109DA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</c:spPr>
    </c:plotArea>
    <c:plotVisOnly val="1"/>
    <c:dispBlanksAs val="zero"/>
    <c:showDLblsOverMax val="1"/>
  </c:chart>
  <c:spPr>
    <a:solidFill>
      <a:srgbClr val="071422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Share of global coal reserves</c:v>
          </c:tx>
          <c:spPr>
            <a:solidFill>
              <a:srgbClr val="B7A0F5"/>
            </a:solidFill>
            <a:ln w="0">
              <a:solidFill>
                <a:srgbClr val="B7A0F5"/>
              </a:solidFill>
            </a:ln>
          </c:spPr>
          <c:invertIfNegative val="1"/>
          <c:cat>
            <c:strRef>
              <c:f>'Chart Data'!$A$2:$A$10</c:f>
              <c:strCache>
                <c:ptCount val="9"/>
                <c:pt idx="0">
                  <c:v>United
States</c:v>
                </c:pt>
                <c:pt idx="1">
                  <c:v>Russia</c:v>
                </c:pt>
                <c:pt idx="2">
                  <c:v>China</c:v>
                </c:pt>
                <c:pt idx="3">
                  <c:v>Australia</c:v>
                </c:pt>
                <c:pt idx="4">
                  <c:v>India</c:v>
                </c:pt>
                <c:pt idx="5">
                  <c:v>Germany</c:v>
                </c:pt>
                <c:pt idx="6">
                  <c:v>Ukraine</c:v>
                </c:pt>
                <c:pt idx="7">
                  <c:v>Kazakhstan</c:v>
                </c:pt>
                <c:pt idx="8">
                  <c:v>South
Africa</c:v>
                </c:pt>
              </c:strCache>
            </c:strRef>
          </c:cat>
          <c:val>
            <c:numRef>
              <c:f>'Chart Data'!$B$2:$B$10</c:f>
              <c:numCache>
                <c:formatCode>0</c:formatCode>
                <c:ptCount val="9"/>
                <c:pt idx="0">
                  <c:v>28</c:v>
                </c:pt>
                <c:pt idx="1">
                  <c:v>18</c:v>
                </c:pt>
                <c:pt idx="2">
                  <c:v>13</c:v>
                </c:pt>
                <c:pt idx="3">
                  <c:v>9</c:v>
                </c:pt>
                <c:pt idx="4">
                  <c:v>7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  <c:pt idx="8">
                  <c:v>3.5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B7A0F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101-354B-9C36-AB1EE6A0FA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</c:spPr>
    </c:plotArea>
    <c:plotVisOnly val="1"/>
    <c:dispBlanksAs val="zero"/>
    <c:showDLblsOverMax val="1"/>
  </c:chart>
  <c:spPr>
    <a:solidFill>
      <a:srgbClr val="071422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v>Approximate regional share (%)</c:v>
          </c:tx>
          <c:dPt>
            <c:idx val="0"/>
            <c:bubble3D val="0"/>
            <c:spPr>
              <a:solidFill>
                <a:srgbClr val="56B4E9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14B-8C41-BEC8-237ADCF80248}"/>
              </c:ext>
            </c:extLst>
          </c:dPt>
          <c:dPt>
            <c:idx val="1"/>
            <c:bubble3D val="0"/>
            <c:spPr>
              <a:solidFill>
                <a:srgbClr val="E69F00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A14B-8C41-BEC8-237ADCF80248}"/>
              </c:ext>
            </c:extLst>
          </c:dPt>
          <c:dPt>
            <c:idx val="2"/>
            <c:bubble3D val="0"/>
            <c:spPr>
              <a:solidFill>
                <a:srgbClr val="009E73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A14B-8C41-BEC8-237ADCF80248}"/>
              </c:ext>
            </c:extLst>
          </c:dPt>
          <c:dPt>
            <c:idx val="3"/>
            <c:bubble3D val="0"/>
            <c:spPr>
              <a:solidFill>
                <a:srgbClr val="CC79A7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A14B-8C41-BEC8-237ADCF80248}"/>
              </c:ext>
            </c:extLst>
          </c:dPt>
          <c:dPt>
            <c:idx val="4"/>
            <c:bubble3D val="0"/>
            <c:spPr>
              <a:solidFill>
                <a:srgbClr val="F0E442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A14B-8C41-BEC8-237ADCF80248}"/>
              </c:ext>
            </c:extLst>
          </c:dPt>
          <c:dPt>
            <c:idx val="5"/>
            <c:bubble3D val="0"/>
            <c:spPr>
              <a:solidFill>
                <a:srgbClr val="DDDDDD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A14B-8C41-BEC8-237ADCF80248}"/>
              </c:ext>
            </c:extLst>
          </c:dPt>
          <c:cat>
            <c:strRef>
              <c:f>'Chart Data'!$A$2:$A$7</c:f>
              <c:strCache>
                <c:ptCount val="6"/>
                <c:pt idx="0">
                  <c:v>Northern Eurasia (≈34%)</c:v>
                </c:pt>
                <c:pt idx="1">
                  <c:v>Asia Pacific (≈32%)</c:v>
                </c:pt>
                <c:pt idx="2">
                  <c:v>North America (≈27%)</c:v>
                </c:pt>
                <c:pt idx="3">
                  <c:v>Africa (≈4%)</c:v>
                </c:pt>
                <c:pt idx="4">
                  <c:v>Central &amp; South America (≈2%)</c:v>
                </c:pt>
                <c:pt idx="5">
                  <c:v>Middle East (≈1%)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34</c:v>
                </c:pt>
                <c:pt idx="1">
                  <c:v>32</c:v>
                </c:pt>
                <c:pt idx="2">
                  <c:v>27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14B-8C41-BEC8-237ADCF80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71422"/>
        </a:solidFill>
        <a:ln w="0">
          <a:noFill/>
          <a:prstDash val="solid"/>
        </a:ln>
      </c:spPr>
    </c:plotArea>
    <c:legend>
      <c:legendPos val="r"/>
      <c:overlay val="0"/>
      <c:txPr>
        <a:bodyPr anchorCtr="1"/>
        <a:lstStyle/>
        <a:p>
          <a:pPr>
            <a:defRPr sz="1725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  <a:ln w="0">
      <a:noFill/>
      <a:prstDash val="solid"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Share of global oil reserves</c:v>
          </c:tx>
          <c:spPr>
            <a:solidFill>
              <a:srgbClr val="F7D675"/>
            </a:solidFill>
            <a:ln w="0">
              <a:solidFill>
                <a:srgbClr val="F7D675"/>
              </a:solidFill>
            </a:ln>
          </c:spPr>
          <c:invertIfNegative val="1"/>
          <c:cat>
            <c:strRef>
              <c:f>'Chart Data'!$A$2:$A$16</c:f>
              <c:strCache>
                <c:ptCount val="15"/>
                <c:pt idx="0">
                  <c:v>Saudi Arabia</c:v>
                </c:pt>
                <c:pt idx="1">
                  <c:v>Venezuela</c:v>
                </c:pt>
                <c:pt idx="2">
                  <c:v>Canada</c:v>
                </c:pt>
                <c:pt idx="3">
                  <c:v>Iraq</c:v>
                </c:pt>
                <c:pt idx="4">
                  <c:v>Iran</c:v>
                </c:pt>
                <c:pt idx="5">
                  <c:v>Kuwait</c:v>
                </c:pt>
                <c:pt idx="6">
                  <c:v>UAE</c:v>
                </c:pt>
                <c:pt idx="7">
                  <c:v>Russia</c:v>
                </c:pt>
                <c:pt idx="8">
                  <c:v>Libya</c:v>
                </c:pt>
                <c:pt idx="9">
                  <c:v>Nigeria</c:v>
                </c:pt>
                <c:pt idx="10">
                  <c:v>Kazakhstan</c:v>
                </c:pt>
                <c:pt idx="11">
                  <c:v>Qatar</c:v>
                </c:pt>
                <c:pt idx="12">
                  <c:v>United States</c:v>
                </c:pt>
                <c:pt idx="13">
                  <c:v>China</c:v>
                </c:pt>
                <c:pt idx="14">
                  <c:v>Brazil</c:v>
                </c:pt>
              </c:strCache>
            </c:strRef>
          </c:cat>
          <c:val>
            <c:numRef>
              <c:f>'Chart Data'!$B$2:$B$16</c:f>
              <c:numCache>
                <c:formatCode>0</c:formatCode>
                <c:ptCount val="15"/>
                <c:pt idx="0">
                  <c:v>18</c:v>
                </c:pt>
                <c:pt idx="1">
                  <c:v>14</c:v>
                </c:pt>
                <c:pt idx="2">
                  <c:v>12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4</c:v>
                </c:pt>
                <c:pt idx="8">
                  <c:v>3</c:v>
                </c:pt>
                <c:pt idx="9">
                  <c:v>2.5</c:v>
                </c:pt>
                <c:pt idx="10">
                  <c:v>2</c:v>
                </c:pt>
                <c:pt idx="11">
                  <c:v>1.7</c:v>
                </c:pt>
                <c:pt idx="12">
                  <c:v>1.6</c:v>
                </c:pt>
                <c:pt idx="13">
                  <c:v>1.4</c:v>
                </c:pt>
                <c:pt idx="14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F7D67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4A-0340-A839-199F84D6B0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0"/>
          <c:min val="0"/>
        </c:scaling>
        <c:delete val="0"/>
        <c:axPos val="b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</c:spPr>
    </c:plotArea>
    <c:plotVisOnly val="1"/>
    <c:dispBlanksAs val="zero"/>
    <c:showDLblsOverMax val="1"/>
  </c:chart>
  <c:spPr>
    <a:solidFill>
      <a:srgbClr val="071422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v>Approximate regional share (%)</c:v>
          </c:tx>
          <c:dPt>
            <c:idx val="0"/>
            <c:bubble3D val="0"/>
            <c:spPr>
              <a:solidFill>
                <a:srgbClr val="DDDDDD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A8E-9443-9976-EA0B7A02D9E9}"/>
              </c:ext>
            </c:extLst>
          </c:dPt>
          <c:dPt>
            <c:idx val="1"/>
            <c:bubble3D val="0"/>
            <c:spPr>
              <a:solidFill>
                <a:srgbClr val="F0E442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2A8E-9443-9976-EA0B7A02D9E9}"/>
              </c:ext>
            </c:extLst>
          </c:dPt>
          <c:dPt>
            <c:idx val="2"/>
            <c:bubble3D val="0"/>
            <c:spPr>
              <a:solidFill>
                <a:srgbClr val="009E73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2A8E-9443-9976-EA0B7A02D9E9}"/>
              </c:ext>
            </c:extLst>
          </c:dPt>
          <c:dPt>
            <c:idx val="3"/>
            <c:bubble3D val="0"/>
            <c:spPr>
              <a:solidFill>
                <a:srgbClr val="CC79A7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2A8E-9443-9976-EA0B7A02D9E9}"/>
              </c:ext>
            </c:extLst>
          </c:dPt>
          <c:dPt>
            <c:idx val="4"/>
            <c:bubble3D val="0"/>
            <c:spPr>
              <a:solidFill>
                <a:srgbClr val="56B4E9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2A8E-9443-9976-EA0B7A02D9E9}"/>
              </c:ext>
            </c:extLst>
          </c:dPt>
          <c:dPt>
            <c:idx val="5"/>
            <c:bubble3D val="0"/>
            <c:spPr>
              <a:solidFill>
                <a:srgbClr val="E69F00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2A8E-9443-9976-EA0B7A02D9E9}"/>
              </c:ext>
            </c:extLst>
          </c:dPt>
          <c:cat>
            <c:strRef>
              <c:f>'Chart Data'!$A$2:$A$7</c:f>
              <c:strCache>
                <c:ptCount val="6"/>
                <c:pt idx="0">
                  <c:v>Middle East (≈52%)</c:v>
                </c:pt>
                <c:pt idx="1">
                  <c:v>Central &amp; South America (≈16%)</c:v>
                </c:pt>
                <c:pt idx="2">
                  <c:v>North America (≈14%)</c:v>
                </c:pt>
                <c:pt idx="3">
                  <c:v>Africa (≈8%)</c:v>
                </c:pt>
                <c:pt idx="4">
                  <c:v>Northern Eurasia (≈7%)</c:v>
                </c:pt>
                <c:pt idx="5">
                  <c:v>Asia Pacific (≈3%)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52</c:v>
                </c:pt>
                <c:pt idx="1">
                  <c:v>16</c:v>
                </c:pt>
                <c:pt idx="2">
                  <c:v>14</c:v>
                </c:pt>
                <c:pt idx="3">
                  <c:v>8</c:v>
                </c:pt>
                <c:pt idx="4">
                  <c:v>7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A8E-9443-9976-EA0B7A02D9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71422"/>
        </a:solidFill>
        <a:ln w="0">
          <a:noFill/>
          <a:prstDash val="solid"/>
        </a:ln>
      </c:spPr>
    </c:plotArea>
    <c:legend>
      <c:legendPos val="r"/>
      <c:overlay val="0"/>
      <c:txPr>
        <a:bodyPr anchorCtr="1"/>
        <a:lstStyle/>
        <a:p>
          <a:pPr>
            <a:defRPr sz="1725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  <a:ln w="0">
      <a:noFill/>
      <a:prstDash val="solid"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Share of global gas reserves</c:v>
          </c:tx>
          <c:spPr>
            <a:solidFill>
              <a:srgbClr val="65D6E5"/>
            </a:solidFill>
            <a:ln w="0">
              <a:solidFill>
                <a:srgbClr val="65D6E5"/>
              </a:solidFill>
            </a:ln>
          </c:spPr>
          <c:invertIfNegative val="1"/>
          <c:cat>
            <c:strRef>
              <c:f>'Chart Data'!$A$2:$A$13</c:f>
              <c:strCache>
                <c:ptCount val="12"/>
                <c:pt idx="0">
                  <c:v>Russia</c:v>
                </c:pt>
                <c:pt idx="1">
                  <c:v>Iran</c:v>
                </c:pt>
                <c:pt idx="2">
                  <c:v>Qatar</c:v>
                </c:pt>
                <c:pt idx="3">
                  <c:v>United
States</c:v>
                </c:pt>
                <c:pt idx="4">
                  <c:v>Saudi
Arabia</c:v>
                </c:pt>
                <c:pt idx="5">
                  <c:v>Turkmen-
istan</c:v>
                </c:pt>
                <c:pt idx="6">
                  <c:v>UAE</c:v>
                </c:pt>
                <c:pt idx="7">
                  <c:v>Nigeria</c:v>
                </c:pt>
                <c:pt idx="8">
                  <c:v>Venezuela</c:v>
                </c:pt>
                <c:pt idx="9">
                  <c:v>Iraq</c:v>
                </c:pt>
                <c:pt idx="10">
                  <c:v>Australia</c:v>
                </c:pt>
                <c:pt idx="11">
                  <c:v>China</c:v>
                </c:pt>
              </c:strCache>
            </c:str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25</c:v>
                </c:pt>
                <c:pt idx="1">
                  <c:v>16</c:v>
                </c:pt>
                <c:pt idx="2">
                  <c:v>13</c:v>
                </c:pt>
                <c:pt idx="3">
                  <c:v>4.5</c:v>
                </c:pt>
                <c:pt idx="4">
                  <c:v>4.2</c:v>
                </c:pt>
                <c:pt idx="5">
                  <c:v>4</c:v>
                </c:pt>
                <c:pt idx="6">
                  <c:v>3.5</c:v>
                </c:pt>
                <c:pt idx="7">
                  <c:v>3</c:v>
                </c:pt>
                <c:pt idx="8">
                  <c:v>2.7</c:v>
                </c:pt>
                <c:pt idx="9">
                  <c:v>2</c:v>
                </c:pt>
                <c:pt idx="10">
                  <c:v>1.5</c:v>
                </c:pt>
                <c:pt idx="11">
                  <c:v>1.4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65D6E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21-CE45-BA7E-73EECB253C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</c:spPr>
    </c:plotArea>
    <c:plotVisOnly val="1"/>
    <c:dispBlanksAs val="zero"/>
    <c:showDLblsOverMax val="1"/>
  </c:chart>
  <c:spPr>
    <a:solidFill>
      <a:srgbClr val="071422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v>Approximate regional share (%)</c:v>
          </c:tx>
          <c:dPt>
            <c:idx val="0"/>
            <c:bubble3D val="0"/>
            <c:spPr>
              <a:solidFill>
                <a:srgbClr val="DDDDDD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0724-4D42-919F-84A34F3B5D18}"/>
              </c:ext>
            </c:extLst>
          </c:dPt>
          <c:dPt>
            <c:idx val="1"/>
            <c:bubble3D val="0"/>
            <c:spPr>
              <a:solidFill>
                <a:srgbClr val="F0E442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0724-4D42-919F-84A34F3B5D18}"/>
              </c:ext>
            </c:extLst>
          </c:dPt>
          <c:dPt>
            <c:idx val="2"/>
            <c:bubble3D val="0"/>
            <c:spPr>
              <a:solidFill>
                <a:srgbClr val="009E73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0724-4D42-919F-84A34F3B5D18}"/>
              </c:ext>
            </c:extLst>
          </c:dPt>
          <c:dPt>
            <c:idx val="3"/>
            <c:bubble3D val="0"/>
            <c:spPr>
              <a:solidFill>
                <a:srgbClr val="CC79A7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0724-4D42-919F-84A34F3B5D18}"/>
              </c:ext>
            </c:extLst>
          </c:dPt>
          <c:dPt>
            <c:idx val="4"/>
            <c:bubble3D val="0"/>
            <c:spPr>
              <a:solidFill>
                <a:srgbClr val="56B4E9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0724-4D42-919F-84A34F3B5D18}"/>
              </c:ext>
            </c:extLst>
          </c:dPt>
          <c:dPt>
            <c:idx val="5"/>
            <c:bubble3D val="0"/>
            <c:spPr>
              <a:solidFill>
                <a:srgbClr val="E69F00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0724-4D42-919F-84A34F3B5D18}"/>
              </c:ext>
            </c:extLst>
          </c:dPt>
          <c:cat>
            <c:strRef>
              <c:f>'Chart Data'!$A$2:$A$7</c:f>
              <c:strCache>
                <c:ptCount val="6"/>
                <c:pt idx="0">
                  <c:v>Middle East (≈39%)</c:v>
                </c:pt>
                <c:pt idx="1">
                  <c:v>Central &amp; South America (≈4%)</c:v>
                </c:pt>
                <c:pt idx="2">
                  <c:v>North America (≈7%)</c:v>
                </c:pt>
                <c:pt idx="3">
                  <c:v>Africa (≈7%)</c:v>
                </c:pt>
                <c:pt idx="4">
                  <c:v>Northern Eurasia (≈36%)</c:v>
                </c:pt>
                <c:pt idx="5">
                  <c:v>Asia Pacific (≈7%)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39</c:v>
                </c:pt>
                <c:pt idx="1">
                  <c:v>4</c:v>
                </c:pt>
                <c:pt idx="2">
                  <c:v>7</c:v>
                </c:pt>
                <c:pt idx="3">
                  <c:v>7</c:v>
                </c:pt>
                <c:pt idx="4">
                  <c:v>36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24-4D42-919F-84A34F3B5D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71422"/>
        </a:solidFill>
        <a:ln w="0">
          <a:noFill/>
          <a:prstDash val="solid"/>
        </a:ln>
      </c:spPr>
    </c:plotArea>
    <c:legend>
      <c:legendPos val="r"/>
      <c:overlay val="0"/>
      <c:txPr>
        <a:bodyPr anchorCtr="1"/>
        <a:lstStyle/>
        <a:p>
          <a:pPr>
            <a:defRPr sz="1725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  <a:ln w="0">
      <a:noFill/>
      <a:prstDash val="solid"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Share of recoverable uranium</c:v>
          </c:tx>
          <c:spPr>
            <a:solidFill>
              <a:srgbClr val="81D6AA"/>
            </a:solidFill>
            <a:ln w="0">
              <a:solidFill>
                <a:srgbClr val="81D6AA"/>
              </a:solidFill>
            </a:ln>
          </c:spPr>
          <c:invertIfNegative val="1"/>
          <c:cat>
            <c:strRef>
              <c:f>'Chart Data'!$A$2:$A$15</c:f>
              <c:strCache>
                <c:ptCount val="14"/>
                <c:pt idx="0">
                  <c:v>Australia</c:v>
                </c:pt>
                <c:pt idx="1">
                  <c:v>Kazakhstan</c:v>
                </c:pt>
                <c:pt idx="2">
                  <c:v>Russia</c:v>
                </c:pt>
                <c:pt idx="3">
                  <c:v>Canada</c:v>
                </c:pt>
                <c:pt idx="4">
                  <c:v>Niger</c:v>
                </c:pt>
                <c:pt idx="5">
                  <c:v>South Africa</c:v>
                </c:pt>
                <c:pt idx="6">
                  <c:v>Brazil</c:v>
                </c:pt>
                <c:pt idx="7">
                  <c:v>Namibia</c:v>
                </c:pt>
                <c:pt idx="8">
                  <c:v>United States</c:v>
                </c:pt>
                <c:pt idx="9">
                  <c:v>China</c:v>
                </c:pt>
                <c:pt idx="10">
                  <c:v>Ukraine</c:v>
                </c:pt>
                <c:pt idx="11">
                  <c:v>Uzbekistan</c:v>
                </c:pt>
                <c:pt idx="12">
                  <c:v>Mongolia</c:v>
                </c:pt>
                <c:pt idx="13">
                  <c:v>Jordan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31</c:v>
                </c:pt>
                <c:pt idx="1">
                  <c:v>12</c:v>
                </c:pt>
                <c:pt idx="2">
                  <c:v>9</c:v>
                </c:pt>
                <c:pt idx="3">
                  <c:v>9</c:v>
                </c:pt>
                <c:pt idx="4">
                  <c:v>8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1.5</c:v>
                </c:pt>
                <c:pt idx="1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81D6A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57D-D24E-9E51-671D9D9F20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0"/>
        </c:scaling>
        <c:delete val="0"/>
        <c:axPos val="b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</c:spPr>
    </c:plotArea>
    <c:plotVisOnly val="1"/>
    <c:dispBlanksAs val="zero"/>
    <c:showDLblsOverMax val="1"/>
  </c:chart>
  <c:spPr>
    <a:solidFill>
      <a:srgbClr val="071422"/>
    </a:solidFill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v>Approximate regional share (%)</c:v>
          </c:tx>
          <c:dPt>
            <c:idx val="0"/>
            <c:bubble3D val="0"/>
            <c:spPr>
              <a:solidFill>
                <a:srgbClr val="E69F00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C77-AD48-A79F-4FF8A9415007}"/>
              </c:ext>
            </c:extLst>
          </c:dPt>
          <c:dPt>
            <c:idx val="1"/>
            <c:bubble3D val="0"/>
            <c:spPr>
              <a:solidFill>
                <a:srgbClr val="56B4E9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9C77-AD48-A79F-4FF8A9415007}"/>
              </c:ext>
            </c:extLst>
          </c:dPt>
          <c:dPt>
            <c:idx val="2"/>
            <c:bubble3D val="0"/>
            <c:spPr>
              <a:solidFill>
                <a:srgbClr val="CC79A7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9C77-AD48-A79F-4FF8A9415007}"/>
              </c:ext>
            </c:extLst>
          </c:dPt>
          <c:dPt>
            <c:idx val="3"/>
            <c:bubble3D val="0"/>
            <c:spPr>
              <a:solidFill>
                <a:srgbClr val="009E73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9C77-AD48-A79F-4FF8A9415007}"/>
              </c:ext>
            </c:extLst>
          </c:dPt>
          <c:dPt>
            <c:idx val="4"/>
            <c:bubble3D val="0"/>
            <c:spPr>
              <a:solidFill>
                <a:srgbClr val="F0E442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9C77-AD48-A79F-4FF8A9415007}"/>
              </c:ext>
            </c:extLst>
          </c:dPt>
          <c:dPt>
            <c:idx val="5"/>
            <c:bubble3D val="0"/>
            <c:spPr>
              <a:solidFill>
                <a:srgbClr val="DDDDDD"/>
              </a:solidFill>
              <a:ln w="1905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9C77-AD48-A79F-4FF8A9415007}"/>
              </c:ext>
            </c:extLst>
          </c:dPt>
          <c:cat>
            <c:strRef>
              <c:f>'Chart Data'!$A$2:$A$7</c:f>
              <c:strCache>
                <c:ptCount val="6"/>
                <c:pt idx="0">
                  <c:v>Asia Pacific (≈37%)</c:v>
                </c:pt>
                <c:pt idx="1">
                  <c:v>Northern Eurasia (≈26%)</c:v>
                </c:pt>
                <c:pt idx="2">
                  <c:v>Africa (≈18%)</c:v>
                </c:pt>
                <c:pt idx="3">
                  <c:v>North America (≈14%)</c:v>
                </c:pt>
                <c:pt idx="4">
                  <c:v>Central &amp; South America (≈4%)</c:v>
                </c:pt>
                <c:pt idx="5">
                  <c:v>Middle East (≈1%)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37</c:v>
                </c:pt>
                <c:pt idx="1">
                  <c:v>26</c:v>
                </c:pt>
                <c:pt idx="2">
                  <c:v>18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C77-AD48-A79F-4FF8A94150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71422"/>
        </a:solidFill>
        <a:ln w="0">
          <a:noFill/>
          <a:prstDash val="solid"/>
        </a:ln>
      </c:spPr>
    </c:plotArea>
    <c:legend>
      <c:legendPos val="r"/>
      <c:overlay val="0"/>
      <c:txPr>
        <a:bodyPr anchorCtr="1"/>
        <a:lstStyle/>
        <a:p>
          <a:pPr>
            <a:defRPr sz="1725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  <a:ln w="0">
      <a:noFill/>
      <a:prstDash val="solid"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Coal</c:v>
          </c:tx>
          <c:spPr>
            <a:solidFill>
              <a:srgbClr val="4477AA"/>
            </a:solidFill>
            <a:ln w="7620">
              <a:solidFill>
                <a:srgbClr val="EAF1F6"/>
              </a:solidFill>
            </a:ln>
          </c:spPr>
          <c:invertIfNegative val="1"/>
          <c:cat>
            <c:strRef>
              <c:f>'Chart Data'!$A$2:$A$4</c:f>
              <c:strCache>
                <c:ptCount val="3"/>
                <c:pt idx="0">
                  <c:v>World (2011)</c:v>
                </c:pt>
                <c:pt idx="1">
                  <c:v>U.S. (2013)</c:v>
                </c:pt>
                <c:pt idx="2">
                  <c:v>Brazil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41</c:v>
                </c:pt>
                <c:pt idx="1">
                  <c:v>39</c:v>
                </c:pt>
                <c:pt idx="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7620">
                    <a:solidFill>
                      <a:srgbClr val="EAF1F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A50-7144-BAF2-EF1FC3E9A8CF}"/>
            </c:ext>
          </c:extLst>
        </c:ser>
        <c:ser>
          <c:idx val="1"/>
          <c:order val="1"/>
          <c:tx>
            <c:v>Natural gas</c:v>
          </c:tx>
          <c:spPr>
            <a:pattFill prst="ltDnDiag">
              <a:fgClr>
                <a:srgbClr val="071422"/>
              </a:fgClr>
              <a:bgClr>
                <a:srgbClr val="EE6677"/>
              </a:bgClr>
            </a:pattFill>
            <a:ln w="7620">
              <a:solidFill>
                <a:srgbClr val="EAF1F6"/>
              </a:solidFill>
            </a:ln>
          </c:spPr>
          <c:invertIfNegative val="1"/>
          <c:cat>
            <c:strRef>
              <c:f>'Chart Data'!$C$2:$C$4</c:f>
              <c:strCache>
                <c:ptCount val="3"/>
                <c:pt idx="0">
                  <c:v>World (2011)</c:v>
                </c:pt>
                <c:pt idx="1">
                  <c:v>U.S. (2013)</c:v>
                </c:pt>
                <c:pt idx="2">
                  <c:v>Brazil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21</c:v>
                </c:pt>
                <c:pt idx="1">
                  <c:v>27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50-7144-BAF2-EF1FC3E9A8CF}"/>
            </c:ext>
          </c:extLst>
        </c:ser>
        <c:ser>
          <c:idx val="2"/>
          <c:order val="2"/>
          <c:tx>
            <c:v>Oil</c:v>
          </c:tx>
          <c:spPr>
            <a:pattFill prst="ltHorz">
              <a:fgClr>
                <a:srgbClr val="071422"/>
              </a:fgClr>
              <a:bgClr>
                <a:srgbClr val="CCBB44"/>
              </a:bgClr>
            </a:pattFill>
            <a:ln w="7620">
              <a:solidFill>
                <a:srgbClr val="EAF1F6"/>
              </a:solidFill>
            </a:ln>
          </c:spPr>
          <c:invertIfNegative val="1"/>
          <c:cat>
            <c:strRef>
              <c:f>'Chart Data'!$E$2:$E$4</c:f>
              <c:strCache>
                <c:ptCount val="3"/>
                <c:pt idx="0">
                  <c:v>World (2011)</c:v>
                </c:pt>
                <c:pt idx="1">
                  <c:v>U.S. (2013)</c:v>
                </c:pt>
                <c:pt idx="2">
                  <c:v>Brazil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5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50-7144-BAF2-EF1FC3E9A8CF}"/>
            </c:ext>
          </c:extLst>
        </c:ser>
        <c:ser>
          <c:idx val="3"/>
          <c:order val="3"/>
          <c:tx>
            <c:v>Nuclear</c:v>
          </c:tx>
          <c:spPr>
            <a:pattFill prst="diagCross">
              <a:fgClr>
                <a:srgbClr val="FFFFFF"/>
              </a:fgClr>
              <a:bgClr>
                <a:srgbClr val="AA3377"/>
              </a:bgClr>
            </a:pattFill>
            <a:ln w="7620">
              <a:solidFill>
                <a:srgbClr val="EAF1F6"/>
              </a:solidFill>
            </a:ln>
          </c:spPr>
          <c:invertIfNegative val="1"/>
          <c:cat>
            <c:strRef>
              <c:f>'Chart Data'!$G$2:$G$4</c:f>
              <c:strCache>
                <c:ptCount val="3"/>
                <c:pt idx="0">
                  <c:v>World (2011)</c:v>
                </c:pt>
                <c:pt idx="1">
                  <c:v>U.S. (2013)</c:v>
                </c:pt>
                <c:pt idx="2">
                  <c:v>Brazil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13</c:v>
                </c:pt>
                <c:pt idx="1">
                  <c:v>19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A50-7144-BAF2-EF1FC3E9A8CF}"/>
            </c:ext>
          </c:extLst>
        </c:ser>
        <c:ser>
          <c:idx val="4"/>
          <c:order val="4"/>
          <c:tx>
            <c:v>Biomass</c:v>
          </c:tx>
          <c:spPr>
            <a:pattFill prst="ltVert">
              <a:fgClr>
                <a:srgbClr val="071422"/>
              </a:fgClr>
              <a:bgClr>
                <a:srgbClr val="228833"/>
              </a:bgClr>
            </a:pattFill>
            <a:ln w="7620">
              <a:solidFill>
                <a:srgbClr val="EAF1F6"/>
              </a:solidFill>
            </a:ln>
          </c:spPr>
          <c:invertIfNegative val="1"/>
          <c:cat>
            <c:strRef>
              <c:f>'Chart Data'!$I$2:$I$4</c:f>
              <c:strCache>
                <c:ptCount val="3"/>
                <c:pt idx="0">
                  <c:v>World (2011)</c:v>
                </c:pt>
                <c:pt idx="1">
                  <c:v>U.S. (2013)</c:v>
                </c:pt>
                <c:pt idx="2">
                  <c:v>Brazil</c:v>
                </c:pt>
              </c:strCache>
            </c:strRef>
          </c:cat>
          <c:val>
            <c:numRef>
              <c:f>'Chart Data'!$J$2:$J$4</c:f>
              <c:numCache>
                <c:formatCode>0</c:formatCode>
                <c:ptCount val="3"/>
                <c:pt idx="0">
                  <c:v>2</c:v>
                </c:pt>
                <c:pt idx="1">
                  <c:v>1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A50-7144-BAF2-EF1FC3E9A8CF}"/>
            </c:ext>
          </c:extLst>
        </c:ser>
        <c:ser>
          <c:idx val="5"/>
          <c:order val="5"/>
          <c:tx>
            <c:v>Other renewables</c:v>
          </c:tx>
          <c:spPr>
            <a:pattFill prst="dotGrid">
              <a:fgClr>
                <a:srgbClr val="071422"/>
              </a:fgClr>
              <a:bgClr>
                <a:srgbClr val="66CCEE"/>
              </a:bgClr>
            </a:pattFill>
            <a:ln w="7620">
              <a:solidFill>
                <a:srgbClr val="EAF1F6"/>
              </a:solidFill>
            </a:ln>
          </c:spPr>
          <c:invertIfNegative val="1"/>
          <c:cat>
            <c:strRef>
              <c:f>'Chart Data'!$K$2:$K$4</c:f>
              <c:strCache>
                <c:ptCount val="3"/>
                <c:pt idx="0">
                  <c:v>World (2011)</c:v>
                </c:pt>
                <c:pt idx="1">
                  <c:v>U.S. (2013)</c:v>
                </c:pt>
                <c:pt idx="2">
                  <c:v>Brazil</c:v>
                </c:pt>
              </c:strCache>
            </c:strRef>
          </c:cat>
          <c:val>
            <c:numRef>
              <c:f>'Chart Data'!$L$2:$L$4</c:f>
              <c:numCache>
                <c:formatCode>0</c:formatCode>
                <c:ptCount val="3"/>
                <c:pt idx="0">
                  <c:v>18</c:v>
                </c:pt>
                <c:pt idx="1">
                  <c:v>12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A50-7144-BAF2-EF1FC3E9A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425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solidFill>
          <a:srgbClr val="071422"/>
        </a:solidFill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World (2011)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Share of electrical generation (%)</c:v>
          </c:tx>
          <c:dPt>
            <c:idx val="0"/>
            <c:bubble3D val="0"/>
            <c:spPr>
              <a:solidFill>
                <a:srgbClr val="4477AA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F493-A24A-A44A-C69674B0B5BC}"/>
              </c:ext>
            </c:extLst>
          </c:dPt>
          <c:dPt>
            <c:idx val="1"/>
            <c:bubble3D val="0"/>
            <c:spPr>
              <a:solidFill>
                <a:srgbClr val="EE6677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F493-A24A-A44A-C69674B0B5BC}"/>
              </c:ext>
            </c:extLst>
          </c:dPt>
          <c:dPt>
            <c:idx val="2"/>
            <c:bubble3D val="0"/>
            <c:spPr>
              <a:solidFill>
                <a:srgbClr val="CCBB44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F493-A24A-A44A-C69674B0B5BC}"/>
              </c:ext>
            </c:extLst>
          </c:dPt>
          <c:dPt>
            <c:idx val="3"/>
            <c:bubble3D val="0"/>
            <c:spPr>
              <a:solidFill>
                <a:srgbClr val="AA3377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F493-A24A-A44A-C69674B0B5BC}"/>
              </c:ext>
            </c:extLst>
          </c:dPt>
          <c:dPt>
            <c:idx val="4"/>
            <c:bubble3D val="0"/>
            <c:spPr>
              <a:solidFill>
                <a:srgbClr val="228833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F493-A24A-A44A-C69674B0B5BC}"/>
              </c:ext>
            </c:extLst>
          </c:dPt>
          <c:dPt>
            <c:idx val="5"/>
            <c:bubble3D val="0"/>
            <c:spPr>
              <a:solidFill>
                <a:srgbClr val="66CCEE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F493-A24A-A44A-C69674B0B5BC}"/>
              </c:ext>
            </c:extLst>
          </c:dPt>
          <c:cat>
            <c:strRef>
              <c:f>'Chart Data'!$A$2:$A$7</c:f>
              <c:strCache>
                <c:ptCount val="6"/>
                <c:pt idx="0">
                  <c:v>Coal 41%</c:v>
                </c:pt>
                <c:pt idx="1">
                  <c:v>Natural gas 21%</c:v>
                </c:pt>
                <c:pt idx="2">
                  <c:v>Oil 5%</c:v>
                </c:pt>
                <c:pt idx="3">
                  <c:v>Nuclear 13%</c:v>
                </c:pt>
                <c:pt idx="4">
                  <c:v>Biomass 2%</c:v>
                </c:pt>
                <c:pt idx="5">
                  <c:v>Other renewables 18%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41</c:v>
                </c:pt>
                <c:pt idx="1">
                  <c:v>21</c:v>
                </c:pt>
                <c:pt idx="2">
                  <c:v>5</c:v>
                </c:pt>
                <c:pt idx="3">
                  <c:v>13</c:v>
                </c:pt>
                <c:pt idx="4">
                  <c:v>2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493-A24A-A44A-C69674B0B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71422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United States (2013)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Share of electrical generation (%)</c:v>
          </c:tx>
          <c:dPt>
            <c:idx val="0"/>
            <c:bubble3D val="0"/>
            <c:spPr>
              <a:solidFill>
                <a:srgbClr val="4477AA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F297-584B-9D50-56ED22E8EE72}"/>
              </c:ext>
            </c:extLst>
          </c:dPt>
          <c:dPt>
            <c:idx val="1"/>
            <c:bubble3D val="0"/>
            <c:spPr>
              <a:solidFill>
                <a:srgbClr val="EE6677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F297-584B-9D50-56ED22E8EE72}"/>
              </c:ext>
            </c:extLst>
          </c:dPt>
          <c:dPt>
            <c:idx val="2"/>
            <c:bubble3D val="0"/>
            <c:spPr>
              <a:solidFill>
                <a:srgbClr val="CCBB44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F297-584B-9D50-56ED22E8EE72}"/>
              </c:ext>
            </c:extLst>
          </c:dPt>
          <c:dPt>
            <c:idx val="3"/>
            <c:bubble3D val="0"/>
            <c:spPr>
              <a:solidFill>
                <a:srgbClr val="AA3377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F297-584B-9D50-56ED22E8EE72}"/>
              </c:ext>
            </c:extLst>
          </c:dPt>
          <c:dPt>
            <c:idx val="4"/>
            <c:bubble3D val="0"/>
            <c:spPr>
              <a:solidFill>
                <a:srgbClr val="228833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F297-584B-9D50-56ED22E8EE72}"/>
              </c:ext>
            </c:extLst>
          </c:dPt>
          <c:dPt>
            <c:idx val="5"/>
            <c:bubble3D val="0"/>
            <c:spPr>
              <a:solidFill>
                <a:srgbClr val="66CCEE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F297-584B-9D50-56ED22E8EE72}"/>
              </c:ext>
            </c:extLst>
          </c:dPt>
          <c:cat>
            <c:strRef>
              <c:f>'Chart Data'!$A$2:$A$7</c:f>
              <c:strCache>
                <c:ptCount val="6"/>
                <c:pt idx="0">
                  <c:v>Coal 39%</c:v>
                </c:pt>
                <c:pt idx="1">
                  <c:v>Natural gas 27%</c:v>
                </c:pt>
                <c:pt idx="2">
                  <c:v>Oil 1%</c:v>
                </c:pt>
                <c:pt idx="3">
                  <c:v>Nuclear 19%</c:v>
                </c:pt>
                <c:pt idx="4">
                  <c:v>Biomass 1%</c:v>
                </c:pt>
                <c:pt idx="5">
                  <c:v>Other renewables 12%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39</c:v>
                </c:pt>
                <c:pt idx="1">
                  <c:v>27</c:v>
                </c:pt>
                <c:pt idx="2">
                  <c:v>1</c:v>
                </c:pt>
                <c:pt idx="3">
                  <c:v>19</c:v>
                </c:pt>
                <c:pt idx="4">
                  <c:v>1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297-584B-9D50-56ED22E8EE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71422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Brazil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Share of electrical generation (%)</c:v>
          </c:tx>
          <c:dPt>
            <c:idx val="0"/>
            <c:bubble3D val="0"/>
            <c:spPr>
              <a:solidFill>
                <a:srgbClr val="4477AA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8F5-DD45-905D-BB535607351D}"/>
              </c:ext>
            </c:extLst>
          </c:dPt>
          <c:dPt>
            <c:idx val="1"/>
            <c:bubble3D val="0"/>
            <c:spPr>
              <a:solidFill>
                <a:srgbClr val="EE6677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28F5-DD45-905D-BB535607351D}"/>
              </c:ext>
            </c:extLst>
          </c:dPt>
          <c:dPt>
            <c:idx val="2"/>
            <c:bubble3D val="0"/>
            <c:spPr>
              <a:solidFill>
                <a:srgbClr val="CCBB44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28F5-DD45-905D-BB535607351D}"/>
              </c:ext>
            </c:extLst>
          </c:dPt>
          <c:dPt>
            <c:idx val="3"/>
            <c:bubble3D val="0"/>
            <c:spPr>
              <a:solidFill>
                <a:srgbClr val="AA3377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28F5-DD45-905D-BB535607351D}"/>
              </c:ext>
            </c:extLst>
          </c:dPt>
          <c:dPt>
            <c:idx val="4"/>
            <c:bubble3D val="0"/>
            <c:spPr>
              <a:solidFill>
                <a:srgbClr val="228833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28F5-DD45-905D-BB535607351D}"/>
              </c:ext>
            </c:extLst>
          </c:dPt>
          <c:dPt>
            <c:idx val="5"/>
            <c:bubble3D val="0"/>
            <c:spPr>
              <a:solidFill>
                <a:srgbClr val="66CCEE"/>
              </a:solidFill>
              <a:ln w="11430">
                <a:solidFill>
                  <a:srgbClr val="07142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28F5-DD45-905D-BB535607351D}"/>
              </c:ext>
            </c:extLst>
          </c:dPt>
          <c:cat>
            <c:strRef>
              <c:f>'Chart Data'!$A$2:$A$7</c:f>
              <c:strCache>
                <c:ptCount val="6"/>
                <c:pt idx="0">
                  <c:v>Coal 1%</c:v>
                </c:pt>
                <c:pt idx="1">
                  <c:v>Natural gas 6%</c:v>
                </c:pt>
                <c:pt idx="2">
                  <c:v>Oil 3%</c:v>
                </c:pt>
                <c:pt idx="3">
                  <c:v>Nuclear 3%</c:v>
                </c:pt>
                <c:pt idx="4">
                  <c:v>Biomass 5%</c:v>
                </c:pt>
                <c:pt idx="5">
                  <c:v>Other renewables 80%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8F5-DD45-905D-BB53560735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071422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Oil</c:v>
          </c:tx>
          <c:spPr>
            <a:pattFill prst="ltHorz">
              <a:fgClr>
                <a:srgbClr val="071422"/>
              </a:fgClr>
              <a:bgClr>
                <a:srgbClr val="CCBB44"/>
              </a:bgClr>
            </a:pattFill>
            <a:ln w="4763">
              <a:solidFill>
                <a:srgbClr val="EAF1F6"/>
              </a:solidFill>
            </a:ln>
          </c:spPr>
          <c:invertIfNegative val="1"/>
          <c:cat>
            <c:numRef>
              <c:f>'Chart Data'!$A$2:$A$18</c:f>
              <c:numCache>
                <c:formatCode>General</c:formatCode>
                <c:ptCount val="17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</c:numCache>
            </c:numRef>
          </c:cat>
          <c:val>
            <c:numRef>
              <c:f>'Chart Data'!$B$2:$B$18</c:f>
              <c:numCache>
                <c:formatCode>#,##0</c:formatCode>
                <c:ptCount val="17"/>
                <c:pt idx="0">
                  <c:v>3500</c:v>
                </c:pt>
                <c:pt idx="1">
                  <c:v>3500</c:v>
                </c:pt>
                <c:pt idx="2">
                  <c:v>3550</c:v>
                </c:pt>
                <c:pt idx="3">
                  <c:v>3550</c:v>
                </c:pt>
                <c:pt idx="4">
                  <c:v>3550</c:v>
                </c:pt>
                <c:pt idx="5">
                  <c:v>3550</c:v>
                </c:pt>
                <c:pt idx="6">
                  <c:v>3650</c:v>
                </c:pt>
                <c:pt idx="7">
                  <c:v>3700</c:v>
                </c:pt>
                <c:pt idx="8">
                  <c:v>3700</c:v>
                </c:pt>
                <c:pt idx="9">
                  <c:v>3800</c:v>
                </c:pt>
                <c:pt idx="10">
                  <c:v>3800</c:v>
                </c:pt>
                <c:pt idx="11">
                  <c:v>3850</c:v>
                </c:pt>
                <c:pt idx="12">
                  <c:v>3950</c:v>
                </c:pt>
                <c:pt idx="13">
                  <c:v>4000</c:v>
                </c:pt>
                <c:pt idx="14">
                  <c:v>4050</c:v>
                </c:pt>
                <c:pt idx="15">
                  <c:v>4150</c:v>
                </c:pt>
                <c:pt idx="16">
                  <c:v>4150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1C-8948-AA60-A2193522804A}"/>
            </c:ext>
          </c:extLst>
        </c:ser>
        <c:ser>
          <c:idx val="1"/>
          <c:order val="1"/>
          <c:tx>
            <c:v>Natural gas</c:v>
          </c:tx>
          <c:spPr>
            <a:pattFill prst="ltDnDiag">
              <a:fgClr>
                <a:srgbClr val="071422"/>
              </a:fgClr>
              <a:bgClr>
                <a:srgbClr val="EE6677"/>
              </a:bgClr>
            </a:pattFill>
            <a:ln w="4763">
              <a:solidFill>
                <a:srgbClr val="EAF1F6"/>
              </a:solidFill>
            </a:ln>
          </c:spPr>
          <c:invertIfNegative val="1"/>
          <c:cat>
            <c:numRef>
              <c:f>'Chart Data'!$C$2:$C$18</c:f>
              <c:numCache>
                <c:formatCode>General</c:formatCode>
                <c:ptCount val="17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</c:numCache>
            </c:numRef>
          </c:cat>
          <c:val>
            <c:numRef>
              <c:f>'Chart Data'!$D$2:$D$18</c:f>
              <c:numCache>
                <c:formatCode>#,##0</c:formatCode>
                <c:ptCount val="17"/>
                <c:pt idx="0">
                  <c:v>2000</c:v>
                </c:pt>
                <c:pt idx="1">
                  <c:v>2150</c:v>
                </c:pt>
                <c:pt idx="2">
                  <c:v>2150</c:v>
                </c:pt>
                <c:pt idx="3">
                  <c:v>2250</c:v>
                </c:pt>
                <c:pt idx="4">
                  <c:v>2250</c:v>
                </c:pt>
                <c:pt idx="5">
                  <c:v>2350</c:v>
                </c:pt>
                <c:pt idx="6">
                  <c:v>2400</c:v>
                </c:pt>
                <c:pt idx="7">
                  <c:v>2550</c:v>
                </c:pt>
                <c:pt idx="8">
                  <c:v>2550</c:v>
                </c:pt>
                <c:pt idx="9">
                  <c:v>2650</c:v>
                </c:pt>
                <c:pt idx="10">
                  <c:v>2700</c:v>
                </c:pt>
                <c:pt idx="11">
                  <c:v>2750</c:v>
                </c:pt>
                <c:pt idx="12">
                  <c:v>2750</c:v>
                </c:pt>
                <c:pt idx="13">
                  <c:v>2950</c:v>
                </c:pt>
                <c:pt idx="14">
                  <c:v>3000</c:v>
                </c:pt>
                <c:pt idx="15">
                  <c:v>3100</c:v>
                </c:pt>
                <c:pt idx="16">
                  <c:v>3100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1C-8948-AA60-A2193522804A}"/>
            </c:ext>
          </c:extLst>
        </c:ser>
        <c:ser>
          <c:idx val="2"/>
          <c:order val="2"/>
          <c:tx>
            <c:v>Coal</c:v>
          </c:tx>
          <c:spPr>
            <a:solidFill>
              <a:srgbClr val="4477AA"/>
            </a:solidFill>
            <a:ln w="4763">
              <a:solidFill>
                <a:srgbClr val="EAF1F6"/>
              </a:solidFill>
            </a:ln>
          </c:spPr>
          <c:invertIfNegative val="1"/>
          <c:cat>
            <c:numRef>
              <c:f>'Chart Data'!$E$2:$E$18</c:f>
              <c:numCache>
                <c:formatCode>General</c:formatCode>
                <c:ptCount val="17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</c:numCache>
            </c:numRef>
          </c:cat>
          <c:val>
            <c:numRef>
              <c:f>'Chart Data'!$F$2:$F$18</c:f>
              <c:numCache>
                <c:formatCode>#,##0</c:formatCode>
                <c:ptCount val="17"/>
                <c:pt idx="0">
                  <c:v>2250</c:v>
                </c:pt>
                <c:pt idx="1">
                  <c:v>2150</c:v>
                </c:pt>
                <c:pt idx="2">
                  <c:v>2350</c:v>
                </c:pt>
                <c:pt idx="3">
                  <c:v>2300</c:v>
                </c:pt>
                <c:pt idx="4">
                  <c:v>2400</c:v>
                </c:pt>
                <c:pt idx="5">
                  <c:v>2600</c:v>
                </c:pt>
                <c:pt idx="6">
                  <c:v>2800</c:v>
                </c:pt>
                <c:pt idx="7">
                  <c:v>2900</c:v>
                </c:pt>
                <c:pt idx="8">
                  <c:v>3150</c:v>
                </c:pt>
                <c:pt idx="9">
                  <c:v>3250</c:v>
                </c:pt>
                <c:pt idx="10">
                  <c:v>3300</c:v>
                </c:pt>
                <c:pt idx="11">
                  <c:v>3250</c:v>
                </c:pt>
                <c:pt idx="12">
                  <c:v>3350</c:v>
                </c:pt>
                <c:pt idx="13">
                  <c:v>3650</c:v>
                </c:pt>
                <c:pt idx="14">
                  <c:v>3750</c:v>
                </c:pt>
                <c:pt idx="15">
                  <c:v>3800</c:v>
                </c:pt>
                <c:pt idx="16">
                  <c:v>3850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4763">
                    <a:solidFill>
                      <a:srgbClr val="EAF1F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B1C-8948-AA60-A2193522804A}"/>
            </c:ext>
          </c:extLst>
        </c:ser>
        <c:ser>
          <c:idx val="3"/>
          <c:order val="3"/>
          <c:tx>
            <c:v>Nuclear energy</c:v>
          </c:tx>
          <c:spPr>
            <a:pattFill prst="diagCross">
              <a:fgClr>
                <a:srgbClr val="FFFFFF"/>
              </a:fgClr>
              <a:bgClr>
                <a:srgbClr val="AA3377"/>
              </a:bgClr>
            </a:pattFill>
            <a:ln w="4763">
              <a:solidFill>
                <a:srgbClr val="EAF1F6"/>
              </a:solidFill>
            </a:ln>
          </c:spPr>
          <c:invertIfNegative val="1"/>
          <c:cat>
            <c:numRef>
              <c:f>'Chart Data'!$G$2:$G$18</c:f>
              <c:numCache>
                <c:formatCode>General</c:formatCode>
                <c:ptCount val="17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</c:numCache>
            </c:numRef>
          </c:cat>
          <c:val>
            <c:numRef>
              <c:f>'Chart Data'!$H$2:$H$18</c:f>
              <c:numCache>
                <c:formatCode>#,##0</c:formatCode>
                <c:ptCount val="17"/>
                <c:pt idx="0">
                  <c:v>550</c:v>
                </c:pt>
                <c:pt idx="1">
                  <c:v>650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  <c:pt idx="6">
                  <c:v>650</c:v>
                </c:pt>
                <c:pt idx="7">
                  <c:v>600</c:v>
                </c:pt>
                <c:pt idx="8">
                  <c:v>600</c:v>
                </c:pt>
                <c:pt idx="9">
                  <c:v>600</c:v>
                </c:pt>
                <c:pt idx="10">
                  <c:v>650</c:v>
                </c:pt>
                <c:pt idx="11">
                  <c:v>750</c:v>
                </c:pt>
                <c:pt idx="12">
                  <c:v>1000</c:v>
                </c:pt>
                <c:pt idx="13">
                  <c:v>600</c:v>
                </c:pt>
                <c:pt idx="14">
                  <c:v>550</c:v>
                </c:pt>
                <c:pt idx="15">
                  <c:v>550</c:v>
                </c:pt>
                <c:pt idx="16">
                  <c:v>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B1C-8948-AA60-A2193522804A}"/>
            </c:ext>
          </c:extLst>
        </c:ser>
        <c:ser>
          <c:idx val="4"/>
          <c:order val="4"/>
          <c:tx>
            <c:v>Hydroelectricity</c:v>
          </c:tx>
          <c:spPr>
            <a:pattFill prst="dotGrid">
              <a:fgClr>
                <a:srgbClr val="071422"/>
              </a:fgClr>
              <a:bgClr>
                <a:srgbClr val="66CCEE"/>
              </a:bgClr>
            </a:pattFill>
            <a:ln w="4763">
              <a:solidFill>
                <a:srgbClr val="EAF1F6"/>
              </a:solidFill>
            </a:ln>
          </c:spPr>
          <c:invertIfNegative val="1"/>
          <c:cat>
            <c:numRef>
              <c:f>'Chart Data'!$I$2:$I$18</c:f>
              <c:numCache>
                <c:formatCode>General</c:formatCode>
                <c:ptCount val="17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</c:numCache>
            </c:numRef>
          </c:cat>
          <c:val>
            <c:numRef>
              <c:f>'Chart Data'!$J$2:$J$18</c:f>
              <c:numCache>
                <c:formatCode>#,##0</c:formatCode>
                <c:ptCount val="17"/>
                <c:pt idx="0">
                  <c:v>600</c:v>
                </c:pt>
                <c:pt idx="1">
                  <c:v>550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  <c:pt idx="6">
                  <c:v>600</c:v>
                </c:pt>
                <c:pt idx="7">
                  <c:v>700</c:v>
                </c:pt>
                <c:pt idx="8">
                  <c:v>750</c:v>
                </c:pt>
                <c:pt idx="9">
                  <c:v>700</c:v>
                </c:pt>
                <c:pt idx="10">
                  <c:v>750</c:v>
                </c:pt>
                <c:pt idx="11">
                  <c:v>700</c:v>
                </c:pt>
                <c:pt idx="12">
                  <c:v>650</c:v>
                </c:pt>
                <c:pt idx="13">
                  <c:v>750</c:v>
                </c:pt>
                <c:pt idx="14">
                  <c:v>850</c:v>
                </c:pt>
                <c:pt idx="15">
                  <c:v>850</c:v>
                </c:pt>
                <c:pt idx="16">
                  <c:v>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1C-8948-AA60-A219352280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20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00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000"/>
      </c:valAx>
      <c:spPr>
        <a:solidFill>
          <a:srgbClr val="071422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2,250 billion barrels</c:v>
          </c:tx>
          <c:spPr>
            <a:ln w="28575">
              <a:solidFill>
                <a:srgbClr val="B7A0F5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2010</c:v>
                </c:pt>
                <c:pt idx="2">
                  <c:v>2020</c:v>
                </c:pt>
                <c:pt idx="3">
                  <c:v>2030</c:v>
                </c:pt>
                <c:pt idx="4">
                  <c:v>2040</c:v>
                </c:pt>
                <c:pt idx="5">
                  <c:v>2050</c:v>
                </c:pt>
                <c:pt idx="6">
                  <c:v>2060</c:v>
                </c:pt>
                <c:pt idx="7">
                  <c:v>2070</c:v>
                </c:pt>
                <c:pt idx="8">
                  <c:v>2080</c:v>
                </c:pt>
                <c:pt idx="9">
                  <c:v>2090</c:v>
                </c:pt>
                <c:pt idx="10">
                  <c:v>2100</c:v>
                </c:pt>
                <c:pt idx="11">
                  <c:v>2110</c:v>
                </c:pt>
                <c:pt idx="12">
                  <c:v>2120</c:v>
                </c:pt>
                <c:pt idx="13">
                  <c:v>2130</c:v>
                </c:pt>
                <c:pt idx="14">
                  <c:v>2140</c:v>
                </c:pt>
              </c:numCache>
            </c:numRef>
          </c:cat>
          <c:val>
            <c:numRef>
              <c:f>'Chart Data'!$B$2:$B$16</c:f>
              <c:numCache>
                <c:formatCode>0</c:formatCode>
                <c:ptCount val="15"/>
                <c:pt idx="0">
                  <c:v>27</c:v>
                </c:pt>
                <c:pt idx="1">
                  <c:v>29.5</c:v>
                </c:pt>
                <c:pt idx="2">
                  <c:v>27</c:v>
                </c:pt>
                <c:pt idx="3">
                  <c:v>21</c:v>
                </c:pt>
                <c:pt idx="4">
                  <c:v>14</c:v>
                </c:pt>
                <c:pt idx="5">
                  <c:v>8</c:v>
                </c:pt>
                <c:pt idx="6">
                  <c:v>4.5</c:v>
                </c:pt>
                <c:pt idx="7">
                  <c:v>2.4</c:v>
                </c:pt>
                <c:pt idx="8">
                  <c:v>1.2</c:v>
                </c:pt>
                <c:pt idx="9">
                  <c:v>0.6</c:v>
                </c:pt>
                <c:pt idx="10">
                  <c:v>0.3</c:v>
                </c:pt>
                <c:pt idx="11">
                  <c:v>0.1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6B-3F4C-B0C3-1E07F6F943EA}"/>
            </c:ext>
          </c:extLst>
        </c:ser>
        <c:ser>
          <c:idx val="1"/>
          <c:order val="1"/>
          <c:tx>
            <c:v>2,600 billion barrels</c:v>
          </c:tx>
          <c:spPr>
            <a:ln w="28575">
              <a:solidFill>
                <a:srgbClr val="65D6E5"/>
              </a:solidFill>
            </a:ln>
          </c:spPr>
          <c:marker>
            <c:symbol val="none"/>
          </c:marker>
          <c:cat>
            <c:numRef>
              <c:f>'Chart Data'!$C$2:$C$16</c:f>
              <c:numCache>
                <c:formatCode>General</c:formatCode>
                <c:ptCount val="15"/>
                <c:pt idx="0">
                  <c:v>2000</c:v>
                </c:pt>
                <c:pt idx="1">
                  <c:v>2010</c:v>
                </c:pt>
                <c:pt idx="2">
                  <c:v>2020</c:v>
                </c:pt>
                <c:pt idx="3">
                  <c:v>2030</c:v>
                </c:pt>
                <c:pt idx="4">
                  <c:v>2040</c:v>
                </c:pt>
                <c:pt idx="5">
                  <c:v>2050</c:v>
                </c:pt>
                <c:pt idx="6">
                  <c:v>2060</c:v>
                </c:pt>
                <c:pt idx="7">
                  <c:v>2070</c:v>
                </c:pt>
                <c:pt idx="8">
                  <c:v>2080</c:v>
                </c:pt>
                <c:pt idx="9">
                  <c:v>2090</c:v>
                </c:pt>
                <c:pt idx="10">
                  <c:v>2100</c:v>
                </c:pt>
                <c:pt idx="11">
                  <c:v>2110</c:v>
                </c:pt>
                <c:pt idx="12">
                  <c:v>2120</c:v>
                </c:pt>
                <c:pt idx="13">
                  <c:v>2130</c:v>
                </c:pt>
                <c:pt idx="14">
                  <c:v>2140</c:v>
                </c:pt>
              </c:numCache>
            </c:numRef>
          </c:cat>
          <c:val>
            <c:numRef>
              <c:f>'Chart Data'!$D$2:$D$16</c:f>
              <c:numCache>
                <c:formatCode>0</c:formatCode>
                <c:ptCount val="15"/>
                <c:pt idx="0">
                  <c:v>27</c:v>
                </c:pt>
                <c:pt idx="1">
                  <c:v>30.3</c:v>
                </c:pt>
                <c:pt idx="2">
                  <c:v>30.5</c:v>
                </c:pt>
                <c:pt idx="3">
                  <c:v>27.5</c:v>
                </c:pt>
                <c:pt idx="4">
                  <c:v>22</c:v>
                </c:pt>
                <c:pt idx="5">
                  <c:v>15</c:v>
                </c:pt>
                <c:pt idx="6">
                  <c:v>9</c:v>
                </c:pt>
                <c:pt idx="7">
                  <c:v>5</c:v>
                </c:pt>
                <c:pt idx="8">
                  <c:v>2.5</c:v>
                </c:pt>
                <c:pt idx="9">
                  <c:v>1.2</c:v>
                </c:pt>
                <c:pt idx="10">
                  <c:v>0.5</c:v>
                </c:pt>
                <c:pt idx="11">
                  <c:v>0.2</c:v>
                </c:pt>
                <c:pt idx="12">
                  <c:v>0.1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6B-3F4C-B0C3-1E07F6F943EA}"/>
            </c:ext>
          </c:extLst>
        </c:ser>
        <c:ser>
          <c:idx val="2"/>
          <c:order val="2"/>
          <c:tx>
            <c:v>3,000 billion barrels</c:v>
          </c:tx>
          <c:spPr>
            <a:ln w="28575">
              <a:solidFill>
                <a:srgbClr val="F7D675"/>
              </a:solidFill>
            </a:ln>
          </c:spPr>
          <c:marker>
            <c:symbol val="none"/>
          </c:marker>
          <c:cat>
            <c:numRef>
              <c:f>'Chart Data'!$E$2:$E$16</c:f>
              <c:numCache>
                <c:formatCode>General</c:formatCode>
                <c:ptCount val="15"/>
                <c:pt idx="0">
                  <c:v>2000</c:v>
                </c:pt>
                <c:pt idx="1">
                  <c:v>2010</c:v>
                </c:pt>
                <c:pt idx="2">
                  <c:v>2020</c:v>
                </c:pt>
                <c:pt idx="3">
                  <c:v>2030</c:v>
                </c:pt>
                <c:pt idx="4">
                  <c:v>2040</c:v>
                </c:pt>
                <c:pt idx="5">
                  <c:v>2050</c:v>
                </c:pt>
                <c:pt idx="6">
                  <c:v>2060</c:v>
                </c:pt>
                <c:pt idx="7">
                  <c:v>2070</c:v>
                </c:pt>
                <c:pt idx="8">
                  <c:v>2080</c:v>
                </c:pt>
                <c:pt idx="9">
                  <c:v>2090</c:v>
                </c:pt>
                <c:pt idx="10">
                  <c:v>2100</c:v>
                </c:pt>
                <c:pt idx="11">
                  <c:v>2110</c:v>
                </c:pt>
                <c:pt idx="12">
                  <c:v>2120</c:v>
                </c:pt>
                <c:pt idx="13">
                  <c:v>2130</c:v>
                </c:pt>
                <c:pt idx="14">
                  <c:v>2140</c:v>
                </c:pt>
              </c:numCache>
            </c:numRef>
          </c:cat>
          <c:val>
            <c:numRef>
              <c:f>'Chart Data'!$F$2:$F$16</c:f>
              <c:numCache>
                <c:formatCode>0</c:formatCode>
                <c:ptCount val="15"/>
                <c:pt idx="0">
                  <c:v>27</c:v>
                </c:pt>
                <c:pt idx="1">
                  <c:v>31.2</c:v>
                </c:pt>
                <c:pt idx="2">
                  <c:v>32.2</c:v>
                </c:pt>
                <c:pt idx="3">
                  <c:v>30.8</c:v>
                </c:pt>
                <c:pt idx="4">
                  <c:v>27</c:v>
                </c:pt>
                <c:pt idx="5">
                  <c:v>21</c:v>
                </c:pt>
                <c:pt idx="6">
                  <c:v>14</c:v>
                </c:pt>
                <c:pt idx="7">
                  <c:v>8.5</c:v>
                </c:pt>
                <c:pt idx="8">
                  <c:v>4.7</c:v>
                </c:pt>
                <c:pt idx="9">
                  <c:v>2.5</c:v>
                </c:pt>
                <c:pt idx="10">
                  <c:v>1.2</c:v>
                </c:pt>
                <c:pt idx="11">
                  <c:v>0.6</c:v>
                </c:pt>
                <c:pt idx="12">
                  <c:v>0.3</c:v>
                </c:pt>
                <c:pt idx="13">
                  <c:v>0.1</c:v>
                </c:pt>
                <c:pt idx="1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26B-3F4C-B0C3-1E07F6F943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EAF1F6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071422"/>
    </a:solidFill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Relative area change</c:v>
          </c:tx>
          <c:spPr>
            <a:solidFill>
              <a:srgbClr val="81D6AA"/>
            </a:solidFill>
            <a:ln w="0">
              <a:solidFill>
                <a:srgbClr val="81D6AA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F2828B"/>
              </a:solidFill>
            </c:spPr>
            <c:extLst>
              <c:ext xmlns:c16="http://schemas.microsoft.com/office/drawing/2014/chart" uri="{C3380CC4-5D6E-409C-BE32-E72D297353CC}">
                <c16:uniqueId val="{00000001-498D-9C4B-81CD-3599A53D30FB}"/>
              </c:ext>
            </c:extLst>
          </c:dPt>
          <c:dPt>
            <c:idx val="2"/>
            <c:invertIfNegative val="0"/>
            <c:bubble3D val="0"/>
            <c:spPr>
              <a:solidFill>
                <a:srgbClr val="F2828B"/>
              </a:solidFill>
            </c:spPr>
            <c:extLst>
              <c:ext xmlns:c16="http://schemas.microsoft.com/office/drawing/2014/chart" uri="{C3380CC4-5D6E-409C-BE32-E72D297353CC}">
                <c16:uniqueId val="{00000003-498D-9C4B-81CD-3599A53D30FB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Forest</c:v>
                </c:pt>
                <c:pt idx="1">
                  <c:v>Peat wetlands</c:v>
                </c:pt>
                <c:pt idx="2">
                  <c:v>All wetlands</c:v>
                </c:pt>
                <c:pt idx="3">
                  <c:v>Lakes</c:v>
                </c:pt>
              </c:strCache>
            </c:strRef>
          </c:cat>
          <c:val>
            <c:numRef>
              <c:f>'Chart Data'!$B$2:$B$5</c:f>
              <c:numCache>
                <c:formatCode>0"%"</c:formatCode>
                <c:ptCount val="4"/>
                <c:pt idx="0">
                  <c:v>40</c:v>
                </c:pt>
                <c:pt idx="1">
                  <c:v>-67</c:v>
                </c:pt>
                <c:pt idx="2">
                  <c:v>-36</c:v>
                </c:pt>
                <c:pt idx="3">
                  <c:v>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8D-9C4B-81CD-3599A53D30F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35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00"/>
          <c:min val="-10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</c:spPr>
    </c:plotArea>
    <c:plotVisOnly val="1"/>
    <c:dispBlanksAs val="zero"/>
    <c:showDLblsOverMax val="1"/>
  </c:chart>
  <c:spPr>
    <a:solidFill>
      <a:srgbClr val="071422"/>
    </a:solidFill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9EFB50-8E96-8245-A267-1D2FDE2783AF}" type="doc">
      <dgm:prSet loTypeId="urn:microsoft.com/office/officeart/2008/layout/HalfCircleOrganization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5431EE-6375-FB49-9091-D0E68A6DCBEF}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Nuclear Reactions</a:t>
          </a:r>
        </a:p>
      </dgm:t>
    </dgm:pt>
    <dgm:pt modelId="{F44F5E20-A7AE-9545-9006-9A211FDADEDC}" type="parTrans" cxnId="{087E3826-77F0-7148-86B1-996A07A0EF08}">
      <dgm:prSet/>
      <dgm:spPr/>
      <dgm:t>
        <a:bodyPr/>
        <a:lstStyle/>
        <a:p>
          <a:endParaRPr lang="en-US"/>
        </a:p>
      </dgm:t>
    </dgm:pt>
    <dgm:pt modelId="{F9451C6B-EF72-E143-8018-8BC8B0773401}" type="sibTrans" cxnId="{087E3826-77F0-7148-86B1-996A07A0EF08}">
      <dgm:prSet/>
      <dgm:spPr/>
      <dgm:t>
        <a:bodyPr/>
        <a:lstStyle/>
        <a:p>
          <a:endParaRPr lang="en-US"/>
        </a:p>
      </dgm:t>
    </dgm:pt>
    <dgm:pt modelId="{B2B3E70A-ECE9-824B-8EB1-7920BBF0A3A4}" type="asst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Nuclear Fission</a:t>
          </a:r>
        </a:p>
      </dgm:t>
    </dgm:pt>
    <dgm:pt modelId="{9C8042A7-E6A1-D443-BDF5-0BA0D65A2670}" type="parTrans" cxnId="{DD85D2C8-A008-AC40-BA19-EF923436EC97}">
      <dgm:prSet/>
      <dgm:spPr/>
      <dgm:t>
        <a:bodyPr/>
        <a:lstStyle/>
        <a:p>
          <a:endParaRPr lang="en-US"/>
        </a:p>
      </dgm:t>
    </dgm:pt>
    <dgm:pt modelId="{0DF4250C-29C7-6342-AF46-FCF1321144B5}" type="sibTrans" cxnId="{DD85D2C8-A008-AC40-BA19-EF923436EC97}">
      <dgm:prSet/>
      <dgm:spPr/>
      <dgm:t>
        <a:bodyPr/>
        <a:lstStyle/>
        <a:p>
          <a:endParaRPr lang="en-US"/>
        </a:p>
      </dgm:t>
    </dgm:pt>
    <dgm:pt modelId="{A03C1C2F-F01A-A248-B77F-5731162C7E71}" type="asst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Nuclear Fusion</a:t>
          </a:r>
        </a:p>
      </dgm:t>
    </dgm:pt>
    <dgm:pt modelId="{16B90322-F5E0-4E4A-B22C-5723C9C7B6DE}" type="parTrans" cxnId="{0C31B611-EAD4-EE44-9D6A-D3DF92A95149}">
      <dgm:prSet/>
      <dgm:spPr/>
      <dgm:t>
        <a:bodyPr/>
        <a:lstStyle/>
        <a:p>
          <a:endParaRPr lang="en-US"/>
        </a:p>
      </dgm:t>
    </dgm:pt>
    <dgm:pt modelId="{FACF96C7-8FF5-8746-A5AB-F71AD1FE87DB}" type="sibTrans" cxnId="{0C31B611-EAD4-EE44-9D6A-D3DF92A95149}">
      <dgm:prSet/>
      <dgm:spPr/>
      <dgm:t>
        <a:bodyPr/>
        <a:lstStyle/>
        <a:p>
          <a:endParaRPr lang="en-US"/>
        </a:p>
      </dgm:t>
    </dgm:pt>
    <dgm:pt modelId="{AFA24F15-B03B-894A-AE37-841CCB3217B6}" type="pres">
      <dgm:prSet presAssocID="{949EFB50-8E96-8245-A267-1D2FDE2783A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570A4FC-8EE1-4441-9F8D-D75F829BE391}" type="pres">
      <dgm:prSet presAssocID="{2F5431EE-6375-FB49-9091-D0E68A6DCBEF}" presName="hierRoot1" presStyleCnt="0">
        <dgm:presLayoutVars>
          <dgm:hierBranch val="init"/>
        </dgm:presLayoutVars>
      </dgm:prSet>
      <dgm:spPr/>
    </dgm:pt>
    <dgm:pt modelId="{0C17D8CA-2A24-6B47-8166-E442BD2284D4}" type="pres">
      <dgm:prSet presAssocID="{2F5431EE-6375-FB49-9091-D0E68A6DCBEF}" presName="rootComposite1" presStyleCnt="0"/>
      <dgm:spPr/>
    </dgm:pt>
    <dgm:pt modelId="{4547836D-C8E9-AE46-A040-D59A6B2FFE69}" type="pres">
      <dgm:prSet presAssocID="{2F5431EE-6375-FB49-9091-D0E68A6DCBEF}" presName="rootText1" presStyleLbl="alignAcc1" presStyleIdx="0" presStyleCnt="0">
        <dgm:presLayoutVars>
          <dgm:chPref val="3"/>
        </dgm:presLayoutVars>
      </dgm:prSet>
      <dgm:spPr/>
    </dgm:pt>
    <dgm:pt modelId="{1AEB4FCA-E859-DC4D-83B5-0CD40E9A1FE6}" type="pres">
      <dgm:prSet presAssocID="{2F5431EE-6375-FB49-9091-D0E68A6DCBEF}" presName="topArc1" presStyleLbl="parChTrans1D1" presStyleIdx="0" presStyleCnt="6"/>
      <dgm:spPr/>
    </dgm:pt>
    <dgm:pt modelId="{067D6158-CF3B-AD47-A67B-7532A560B67C}" type="pres">
      <dgm:prSet presAssocID="{2F5431EE-6375-FB49-9091-D0E68A6DCBEF}" presName="bottomArc1" presStyleLbl="parChTrans1D1" presStyleIdx="1" presStyleCnt="6"/>
      <dgm:spPr/>
    </dgm:pt>
    <dgm:pt modelId="{C398FFA5-A3FB-DE4C-B7E8-53743F2ABA4B}" type="pres">
      <dgm:prSet presAssocID="{2F5431EE-6375-FB49-9091-D0E68A6DCBEF}" presName="topConnNode1" presStyleLbl="node1" presStyleIdx="0" presStyleCnt="0"/>
      <dgm:spPr/>
    </dgm:pt>
    <dgm:pt modelId="{A45D834F-DBB7-4947-AC7E-FE7A743CB7D0}" type="pres">
      <dgm:prSet presAssocID="{2F5431EE-6375-FB49-9091-D0E68A6DCBEF}" presName="hierChild2" presStyleCnt="0"/>
      <dgm:spPr/>
    </dgm:pt>
    <dgm:pt modelId="{47296052-044E-FF4F-9044-351D786F22C6}" type="pres">
      <dgm:prSet presAssocID="{2F5431EE-6375-FB49-9091-D0E68A6DCBEF}" presName="hierChild3" presStyleCnt="0"/>
      <dgm:spPr/>
    </dgm:pt>
    <dgm:pt modelId="{543F360E-5C5D-AA4C-A04F-47705144E37A}" type="pres">
      <dgm:prSet presAssocID="{9C8042A7-E6A1-D443-BDF5-0BA0D65A2670}" presName="Name101" presStyleLbl="parChTrans1D2" presStyleIdx="0" presStyleCnt="2"/>
      <dgm:spPr/>
    </dgm:pt>
    <dgm:pt modelId="{5878BFFD-B086-2647-B6F5-BB953E22D31D}" type="pres">
      <dgm:prSet presAssocID="{B2B3E70A-ECE9-824B-8EB1-7920BBF0A3A4}" presName="hierRoot3" presStyleCnt="0">
        <dgm:presLayoutVars>
          <dgm:hierBranch val="init"/>
        </dgm:presLayoutVars>
      </dgm:prSet>
      <dgm:spPr/>
    </dgm:pt>
    <dgm:pt modelId="{34A22718-2135-F14C-9995-75B2FCE6EFFC}" type="pres">
      <dgm:prSet presAssocID="{B2B3E70A-ECE9-824B-8EB1-7920BBF0A3A4}" presName="rootComposite3" presStyleCnt="0"/>
      <dgm:spPr/>
    </dgm:pt>
    <dgm:pt modelId="{47BF1907-E9B9-3946-BDE5-87DF21045A4E}" type="pres">
      <dgm:prSet presAssocID="{B2B3E70A-ECE9-824B-8EB1-7920BBF0A3A4}" presName="rootText3" presStyleLbl="alignAcc1" presStyleIdx="0" presStyleCnt="0">
        <dgm:presLayoutVars>
          <dgm:chPref val="3"/>
        </dgm:presLayoutVars>
      </dgm:prSet>
      <dgm:spPr/>
    </dgm:pt>
    <dgm:pt modelId="{0E4ABE25-2A52-554E-8EE2-77190A293AE2}" type="pres">
      <dgm:prSet presAssocID="{B2B3E70A-ECE9-824B-8EB1-7920BBF0A3A4}" presName="topArc3" presStyleLbl="parChTrans1D1" presStyleIdx="2" presStyleCnt="6"/>
      <dgm:spPr/>
    </dgm:pt>
    <dgm:pt modelId="{80549523-D2C3-7F43-BD86-AB176EE5B41C}" type="pres">
      <dgm:prSet presAssocID="{B2B3E70A-ECE9-824B-8EB1-7920BBF0A3A4}" presName="bottomArc3" presStyleLbl="parChTrans1D1" presStyleIdx="3" presStyleCnt="6"/>
      <dgm:spPr/>
    </dgm:pt>
    <dgm:pt modelId="{AD144F12-DEDF-CE47-A494-4AD7AA6AC63F}" type="pres">
      <dgm:prSet presAssocID="{B2B3E70A-ECE9-824B-8EB1-7920BBF0A3A4}" presName="topConnNode3" presStyleLbl="asst1" presStyleIdx="0" presStyleCnt="0"/>
      <dgm:spPr/>
    </dgm:pt>
    <dgm:pt modelId="{65B90F3F-7466-074C-8CB0-02CB7FA6A216}" type="pres">
      <dgm:prSet presAssocID="{B2B3E70A-ECE9-824B-8EB1-7920BBF0A3A4}" presName="hierChild6" presStyleCnt="0"/>
      <dgm:spPr/>
    </dgm:pt>
    <dgm:pt modelId="{A900EF04-343F-C04B-98F7-7A62D9083DDA}" type="pres">
      <dgm:prSet presAssocID="{B2B3E70A-ECE9-824B-8EB1-7920BBF0A3A4}" presName="hierChild7" presStyleCnt="0"/>
      <dgm:spPr/>
    </dgm:pt>
    <dgm:pt modelId="{A26EF4EF-C500-3641-AC9A-BA363985AA9F}" type="pres">
      <dgm:prSet presAssocID="{16B90322-F5E0-4E4A-B22C-5723C9C7B6DE}" presName="Name101" presStyleLbl="parChTrans1D2" presStyleIdx="1" presStyleCnt="2"/>
      <dgm:spPr/>
    </dgm:pt>
    <dgm:pt modelId="{27EE1A7D-0395-684A-8822-CB7437866017}" type="pres">
      <dgm:prSet presAssocID="{A03C1C2F-F01A-A248-B77F-5731162C7E71}" presName="hierRoot3" presStyleCnt="0">
        <dgm:presLayoutVars>
          <dgm:hierBranch val="init"/>
        </dgm:presLayoutVars>
      </dgm:prSet>
      <dgm:spPr/>
    </dgm:pt>
    <dgm:pt modelId="{AC967AB6-3AA2-614E-9A97-B0284F8C8AA8}" type="pres">
      <dgm:prSet presAssocID="{A03C1C2F-F01A-A248-B77F-5731162C7E71}" presName="rootComposite3" presStyleCnt="0"/>
      <dgm:spPr/>
    </dgm:pt>
    <dgm:pt modelId="{5F1FF37C-ABC2-434D-9F76-25AB96E00EAA}" type="pres">
      <dgm:prSet presAssocID="{A03C1C2F-F01A-A248-B77F-5731162C7E71}" presName="rootText3" presStyleLbl="alignAcc1" presStyleIdx="0" presStyleCnt="0">
        <dgm:presLayoutVars>
          <dgm:chPref val="3"/>
        </dgm:presLayoutVars>
      </dgm:prSet>
      <dgm:spPr/>
    </dgm:pt>
    <dgm:pt modelId="{6F480A7E-25DD-674E-91BB-100606FD8CAE}" type="pres">
      <dgm:prSet presAssocID="{A03C1C2F-F01A-A248-B77F-5731162C7E71}" presName="topArc3" presStyleLbl="parChTrans1D1" presStyleIdx="4" presStyleCnt="6"/>
      <dgm:spPr/>
    </dgm:pt>
    <dgm:pt modelId="{D9CE40B9-860B-0849-B507-19BCA16A4BA1}" type="pres">
      <dgm:prSet presAssocID="{A03C1C2F-F01A-A248-B77F-5731162C7E71}" presName="bottomArc3" presStyleLbl="parChTrans1D1" presStyleIdx="5" presStyleCnt="6"/>
      <dgm:spPr/>
    </dgm:pt>
    <dgm:pt modelId="{EBB81231-7B4B-464F-8D3A-5278B1D076F4}" type="pres">
      <dgm:prSet presAssocID="{A03C1C2F-F01A-A248-B77F-5731162C7E71}" presName="topConnNode3" presStyleLbl="asst1" presStyleIdx="0" presStyleCnt="0"/>
      <dgm:spPr/>
    </dgm:pt>
    <dgm:pt modelId="{9EEBDBA3-43EA-F843-9B27-467D134B6D7E}" type="pres">
      <dgm:prSet presAssocID="{A03C1C2F-F01A-A248-B77F-5731162C7E71}" presName="hierChild6" presStyleCnt="0"/>
      <dgm:spPr/>
    </dgm:pt>
    <dgm:pt modelId="{FA6ECF08-907B-7640-A459-FE28BC5543D8}" type="pres">
      <dgm:prSet presAssocID="{A03C1C2F-F01A-A248-B77F-5731162C7E71}" presName="hierChild7" presStyleCnt="0"/>
      <dgm:spPr/>
    </dgm:pt>
  </dgm:ptLst>
  <dgm:cxnLst>
    <dgm:cxn modelId="{CFC38205-ABB9-B94F-B5A6-FA7068FDCBF8}" type="presOf" srcId="{2F5431EE-6375-FB49-9091-D0E68A6DCBEF}" destId="{4547836D-C8E9-AE46-A040-D59A6B2FFE69}" srcOrd="0" destOrd="0" presId="urn:microsoft.com/office/officeart/2008/layout/HalfCircleOrganizationChart"/>
    <dgm:cxn modelId="{0C31B611-EAD4-EE44-9D6A-D3DF92A95149}" srcId="{2F5431EE-6375-FB49-9091-D0E68A6DCBEF}" destId="{A03C1C2F-F01A-A248-B77F-5731162C7E71}" srcOrd="1" destOrd="0" parTransId="{16B90322-F5E0-4E4A-B22C-5723C9C7B6DE}" sibTransId="{FACF96C7-8FF5-8746-A5AB-F71AD1FE87DB}"/>
    <dgm:cxn modelId="{087E3826-77F0-7148-86B1-996A07A0EF08}" srcId="{949EFB50-8E96-8245-A267-1D2FDE2783AF}" destId="{2F5431EE-6375-FB49-9091-D0E68A6DCBEF}" srcOrd="0" destOrd="0" parTransId="{F44F5E20-A7AE-9545-9006-9A211FDADEDC}" sibTransId="{F9451C6B-EF72-E143-8018-8BC8B0773401}"/>
    <dgm:cxn modelId="{CE9A7E30-C3F2-9C47-BED0-96CF2505615E}" type="presOf" srcId="{B2B3E70A-ECE9-824B-8EB1-7920BBF0A3A4}" destId="{47BF1907-E9B9-3946-BDE5-87DF21045A4E}" srcOrd="0" destOrd="0" presId="urn:microsoft.com/office/officeart/2008/layout/HalfCircleOrganizationChart"/>
    <dgm:cxn modelId="{F610C959-9E91-1249-8F36-FF08EB61532D}" type="presOf" srcId="{A03C1C2F-F01A-A248-B77F-5731162C7E71}" destId="{5F1FF37C-ABC2-434D-9F76-25AB96E00EAA}" srcOrd="0" destOrd="0" presId="urn:microsoft.com/office/officeart/2008/layout/HalfCircleOrganizationChart"/>
    <dgm:cxn modelId="{12B7685E-DE81-B043-8796-8E0ED93FB5CD}" type="presOf" srcId="{16B90322-F5E0-4E4A-B22C-5723C9C7B6DE}" destId="{A26EF4EF-C500-3641-AC9A-BA363985AA9F}" srcOrd="0" destOrd="0" presId="urn:microsoft.com/office/officeart/2008/layout/HalfCircleOrganizationChart"/>
    <dgm:cxn modelId="{21BAEA64-A2E2-604C-87A3-D362E231992A}" type="presOf" srcId="{2F5431EE-6375-FB49-9091-D0E68A6DCBEF}" destId="{C398FFA5-A3FB-DE4C-B7E8-53743F2ABA4B}" srcOrd="1" destOrd="0" presId="urn:microsoft.com/office/officeart/2008/layout/HalfCircleOrganizationChart"/>
    <dgm:cxn modelId="{FAE19671-0F23-4F46-97C4-0400B4D0396E}" type="presOf" srcId="{B2B3E70A-ECE9-824B-8EB1-7920BBF0A3A4}" destId="{AD144F12-DEDF-CE47-A494-4AD7AA6AC63F}" srcOrd="1" destOrd="0" presId="urn:microsoft.com/office/officeart/2008/layout/HalfCircleOrganizationChart"/>
    <dgm:cxn modelId="{14678F73-9237-464F-843F-AF3DCF1C76C8}" type="presOf" srcId="{9C8042A7-E6A1-D443-BDF5-0BA0D65A2670}" destId="{543F360E-5C5D-AA4C-A04F-47705144E37A}" srcOrd="0" destOrd="0" presId="urn:microsoft.com/office/officeart/2008/layout/HalfCircleOrganizationChart"/>
    <dgm:cxn modelId="{27F3EE8D-7296-2F4B-9B4D-C11F49D4C131}" type="presOf" srcId="{949EFB50-8E96-8245-A267-1D2FDE2783AF}" destId="{AFA24F15-B03B-894A-AE37-841CCB3217B6}" srcOrd="0" destOrd="0" presId="urn:microsoft.com/office/officeart/2008/layout/HalfCircleOrganizationChart"/>
    <dgm:cxn modelId="{DD85D2C8-A008-AC40-BA19-EF923436EC97}" srcId="{2F5431EE-6375-FB49-9091-D0E68A6DCBEF}" destId="{B2B3E70A-ECE9-824B-8EB1-7920BBF0A3A4}" srcOrd="0" destOrd="0" parTransId="{9C8042A7-E6A1-D443-BDF5-0BA0D65A2670}" sibTransId="{0DF4250C-29C7-6342-AF46-FCF1321144B5}"/>
    <dgm:cxn modelId="{5FDFFAF2-73EB-3A49-B739-3F0C0C45A361}" type="presOf" srcId="{A03C1C2F-F01A-A248-B77F-5731162C7E71}" destId="{EBB81231-7B4B-464F-8D3A-5278B1D076F4}" srcOrd="1" destOrd="0" presId="urn:microsoft.com/office/officeart/2008/layout/HalfCircleOrganizationChart"/>
    <dgm:cxn modelId="{FEA55B44-399B-134F-B793-865C107F9645}" type="presParOf" srcId="{AFA24F15-B03B-894A-AE37-841CCB3217B6}" destId="{1570A4FC-8EE1-4441-9F8D-D75F829BE391}" srcOrd="0" destOrd="0" presId="urn:microsoft.com/office/officeart/2008/layout/HalfCircleOrganizationChart"/>
    <dgm:cxn modelId="{5EF9B25D-02A9-2446-A966-4A71A04BBAC3}" type="presParOf" srcId="{1570A4FC-8EE1-4441-9F8D-D75F829BE391}" destId="{0C17D8CA-2A24-6B47-8166-E442BD2284D4}" srcOrd="0" destOrd="0" presId="urn:microsoft.com/office/officeart/2008/layout/HalfCircleOrganizationChart"/>
    <dgm:cxn modelId="{0B68DFDF-E369-FF4B-8794-1C08F7C40AA2}" type="presParOf" srcId="{0C17D8CA-2A24-6B47-8166-E442BD2284D4}" destId="{4547836D-C8E9-AE46-A040-D59A6B2FFE69}" srcOrd="0" destOrd="0" presId="urn:microsoft.com/office/officeart/2008/layout/HalfCircleOrganizationChart"/>
    <dgm:cxn modelId="{759CCCB6-D26F-A84B-8939-0A0886920DC8}" type="presParOf" srcId="{0C17D8CA-2A24-6B47-8166-E442BD2284D4}" destId="{1AEB4FCA-E859-DC4D-83B5-0CD40E9A1FE6}" srcOrd="1" destOrd="0" presId="urn:microsoft.com/office/officeart/2008/layout/HalfCircleOrganizationChart"/>
    <dgm:cxn modelId="{B4488664-9E77-014F-B94F-5AC61BDA0DE5}" type="presParOf" srcId="{0C17D8CA-2A24-6B47-8166-E442BD2284D4}" destId="{067D6158-CF3B-AD47-A67B-7532A560B67C}" srcOrd="2" destOrd="0" presId="urn:microsoft.com/office/officeart/2008/layout/HalfCircleOrganizationChart"/>
    <dgm:cxn modelId="{A06BE0DB-577A-7A4D-B6A5-211B2864FCD6}" type="presParOf" srcId="{0C17D8CA-2A24-6B47-8166-E442BD2284D4}" destId="{C398FFA5-A3FB-DE4C-B7E8-53743F2ABA4B}" srcOrd="3" destOrd="0" presId="urn:microsoft.com/office/officeart/2008/layout/HalfCircleOrganizationChart"/>
    <dgm:cxn modelId="{1FB0D02C-F12A-A444-BAC9-AFB29EB725F6}" type="presParOf" srcId="{1570A4FC-8EE1-4441-9F8D-D75F829BE391}" destId="{A45D834F-DBB7-4947-AC7E-FE7A743CB7D0}" srcOrd="1" destOrd="0" presId="urn:microsoft.com/office/officeart/2008/layout/HalfCircleOrganizationChart"/>
    <dgm:cxn modelId="{B1214716-6DBE-4846-BFCC-EB209E1CB9C2}" type="presParOf" srcId="{1570A4FC-8EE1-4441-9F8D-D75F829BE391}" destId="{47296052-044E-FF4F-9044-351D786F22C6}" srcOrd="2" destOrd="0" presId="urn:microsoft.com/office/officeart/2008/layout/HalfCircleOrganizationChart"/>
    <dgm:cxn modelId="{7D383B5F-3DE2-1A4B-A5FD-88F538EE550E}" type="presParOf" srcId="{47296052-044E-FF4F-9044-351D786F22C6}" destId="{543F360E-5C5D-AA4C-A04F-47705144E37A}" srcOrd="0" destOrd="0" presId="urn:microsoft.com/office/officeart/2008/layout/HalfCircleOrganizationChart"/>
    <dgm:cxn modelId="{81E3BD5D-07F8-C34E-AA14-F306C7838469}" type="presParOf" srcId="{47296052-044E-FF4F-9044-351D786F22C6}" destId="{5878BFFD-B086-2647-B6F5-BB953E22D31D}" srcOrd="1" destOrd="0" presId="urn:microsoft.com/office/officeart/2008/layout/HalfCircleOrganizationChart"/>
    <dgm:cxn modelId="{D2390BA9-2D2C-7A46-BF98-464A938609B7}" type="presParOf" srcId="{5878BFFD-B086-2647-B6F5-BB953E22D31D}" destId="{34A22718-2135-F14C-9995-75B2FCE6EFFC}" srcOrd="0" destOrd="0" presId="urn:microsoft.com/office/officeart/2008/layout/HalfCircleOrganizationChart"/>
    <dgm:cxn modelId="{FD87E1FF-8FDA-9F42-BFFA-63528993F5E9}" type="presParOf" srcId="{34A22718-2135-F14C-9995-75B2FCE6EFFC}" destId="{47BF1907-E9B9-3946-BDE5-87DF21045A4E}" srcOrd="0" destOrd="0" presId="urn:microsoft.com/office/officeart/2008/layout/HalfCircleOrganizationChart"/>
    <dgm:cxn modelId="{6C80E2D4-DF31-5544-A47E-2ED6E71AD704}" type="presParOf" srcId="{34A22718-2135-F14C-9995-75B2FCE6EFFC}" destId="{0E4ABE25-2A52-554E-8EE2-77190A293AE2}" srcOrd="1" destOrd="0" presId="urn:microsoft.com/office/officeart/2008/layout/HalfCircleOrganizationChart"/>
    <dgm:cxn modelId="{2F6AADEB-B770-6F46-A74A-AF34C99A0E59}" type="presParOf" srcId="{34A22718-2135-F14C-9995-75B2FCE6EFFC}" destId="{80549523-D2C3-7F43-BD86-AB176EE5B41C}" srcOrd="2" destOrd="0" presId="urn:microsoft.com/office/officeart/2008/layout/HalfCircleOrganizationChart"/>
    <dgm:cxn modelId="{8389E94A-D875-DE4E-884D-DEB67638983A}" type="presParOf" srcId="{34A22718-2135-F14C-9995-75B2FCE6EFFC}" destId="{AD144F12-DEDF-CE47-A494-4AD7AA6AC63F}" srcOrd="3" destOrd="0" presId="urn:microsoft.com/office/officeart/2008/layout/HalfCircleOrganizationChart"/>
    <dgm:cxn modelId="{E4ECAD62-516B-6146-A2AE-9FC415EDFAFD}" type="presParOf" srcId="{5878BFFD-B086-2647-B6F5-BB953E22D31D}" destId="{65B90F3F-7466-074C-8CB0-02CB7FA6A216}" srcOrd="1" destOrd="0" presId="urn:microsoft.com/office/officeart/2008/layout/HalfCircleOrganizationChart"/>
    <dgm:cxn modelId="{5FCDF776-98B7-D64C-A8B9-7AD77CD701EA}" type="presParOf" srcId="{5878BFFD-B086-2647-B6F5-BB953E22D31D}" destId="{A900EF04-343F-C04B-98F7-7A62D9083DDA}" srcOrd="2" destOrd="0" presId="urn:microsoft.com/office/officeart/2008/layout/HalfCircleOrganizationChart"/>
    <dgm:cxn modelId="{464C5604-A7C8-A844-9D6F-0742DB96D6F4}" type="presParOf" srcId="{47296052-044E-FF4F-9044-351D786F22C6}" destId="{A26EF4EF-C500-3641-AC9A-BA363985AA9F}" srcOrd="2" destOrd="0" presId="urn:microsoft.com/office/officeart/2008/layout/HalfCircleOrganizationChart"/>
    <dgm:cxn modelId="{E2754947-3044-D647-9CCE-167C78D2FD7A}" type="presParOf" srcId="{47296052-044E-FF4F-9044-351D786F22C6}" destId="{27EE1A7D-0395-684A-8822-CB7437866017}" srcOrd="3" destOrd="0" presId="urn:microsoft.com/office/officeart/2008/layout/HalfCircleOrganizationChart"/>
    <dgm:cxn modelId="{7266FBEA-86F7-1841-9C2B-F3C73FB30ACA}" type="presParOf" srcId="{27EE1A7D-0395-684A-8822-CB7437866017}" destId="{AC967AB6-3AA2-614E-9A97-B0284F8C8AA8}" srcOrd="0" destOrd="0" presId="urn:microsoft.com/office/officeart/2008/layout/HalfCircleOrganizationChart"/>
    <dgm:cxn modelId="{91AE6C16-CCDC-D649-AADC-EBCDC3E7CB18}" type="presParOf" srcId="{AC967AB6-3AA2-614E-9A97-B0284F8C8AA8}" destId="{5F1FF37C-ABC2-434D-9F76-25AB96E00EAA}" srcOrd="0" destOrd="0" presId="urn:microsoft.com/office/officeart/2008/layout/HalfCircleOrganizationChart"/>
    <dgm:cxn modelId="{1D59371E-D4B7-FD41-9C26-001A7575DFA6}" type="presParOf" srcId="{AC967AB6-3AA2-614E-9A97-B0284F8C8AA8}" destId="{6F480A7E-25DD-674E-91BB-100606FD8CAE}" srcOrd="1" destOrd="0" presId="urn:microsoft.com/office/officeart/2008/layout/HalfCircleOrganizationChart"/>
    <dgm:cxn modelId="{649D583C-37E9-F940-BE48-023CBD22198E}" type="presParOf" srcId="{AC967AB6-3AA2-614E-9A97-B0284F8C8AA8}" destId="{D9CE40B9-860B-0849-B507-19BCA16A4BA1}" srcOrd="2" destOrd="0" presId="urn:microsoft.com/office/officeart/2008/layout/HalfCircleOrganizationChart"/>
    <dgm:cxn modelId="{32B24F14-D034-AD45-8269-021F7E81A479}" type="presParOf" srcId="{AC967AB6-3AA2-614E-9A97-B0284F8C8AA8}" destId="{EBB81231-7B4B-464F-8D3A-5278B1D076F4}" srcOrd="3" destOrd="0" presId="urn:microsoft.com/office/officeart/2008/layout/HalfCircleOrganizationChart"/>
    <dgm:cxn modelId="{CE71C022-088C-6D49-B0E2-8F23FBFA2CBD}" type="presParOf" srcId="{27EE1A7D-0395-684A-8822-CB7437866017}" destId="{9EEBDBA3-43EA-F843-9B27-467D134B6D7E}" srcOrd="1" destOrd="0" presId="urn:microsoft.com/office/officeart/2008/layout/HalfCircleOrganizationChart"/>
    <dgm:cxn modelId="{CEC6DC4E-B9A2-7743-BE8C-8CCBBC72DEC7}" type="presParOf" srcId="{27EE1A7D-0395-684A-8822-CB7437866017}" destId="{FA6ECF08-907B-7640-A459-FE28BC5543D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9EFB50-8E96-8245-A267-1D2FDE2783AF}" type="doc">
      <dgm:prSet loTypeId="urn:microsoft.com/office/officeart/2008/layout/HalfCircleOrganization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5431EE-6375-FB49-9091-D0E68A6DCBEF}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Nuclear Reactions</a:t>
          </a:r>
        </a:p>
      </dgm:t>
    </dgm:pt>
    <dgm:pt modelId="{F44F5E20-A7AE-9545-9006-9A211FDADEDC}" type="parTrans" cxnId="{087E3826-77F0-7148-86B1-996A07A0EF08}">
      <dgm:prSet/>
      <dgm:spPr/>
      <dgm:t>
        <a:bodyPr/>
        <a:lstStyle/>
        <a:p>
          <a:endParaRPr lang="en-US"/>
        </a:p>
      </dgm:t>
    </dgm:pt>
    <dgm:pt modelId="{F9451C6B-EF72-E143-8018-8BC8B0773401}" type="sibTrans" cxnId="{087E3826-77F0-7148-86B1-996A07A0EF08}">
      <dgm:prSet/>
      <dgm:spPr/>
      <dgm:t>
        <a:bodyPr/>
        <a:lstStyle/>
        <a:p>
          <a:endParaRPr lang="en-US"/>
        </a:p>
      </dgm:t>
    </dgm:pt>
    <dgm:pt modelId="{B2B3E70A-ECE9-824B-8EB1-7920BBF0A3A4}" type="asst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Nuclear Fission</a:t>
          </a:r>
        </a:p>
      </dgm:t>
    </dgm:pt>
    <dgm:pt modelId="{9C8042A7-E6A1-D443-BDF5-0BA0D65A2670}" type="parTrans" cxnId="{DD85D2C8-A008-AC40-BA19-EF923436EC97}">
      <dgm:prSet/>
      <dgm:spPr/>
      <dgm:t>
        <a:bodyPr/>
        <a:lstStyle/>
        <a:p>
          <a:endParaRPr lang="en-US"/>
        </a:p>
      </dgm:t>
    </dgm:pt>
    <dgm:pt modelId="{0DF4250C-29C7-6342-AF46-FCF1321144B5}" type="sibTrans" cxnId="{DD85D2C8-A008-AC40-BA19-EF923436EC97}">
      <dgm:prSet/>
      <dgm:spPr/>
      <dgm:t>
        <a:bodyPr/>
        <a:lstStyle/>
        <a:p>
          <a:endParaRPr lang="en-US"/>
        </a:p>
      </dgm:t>
    </dgm:pt>
    <dgm:pt modelId="{A03C1C2F-F01A-A248-B77F-5731162C7E71}" type="asst">
      <dgm:prSet phldrT="[Text]"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Nuclear Fusion</a:t>
          </a:r>
        </a:p>
      </dgm:t>
    </dgm:pt>
    <dgm:pt modelId="{16B90322-F5E0-4E4A-B22C-5723C9C7B6DE}" type="parTrans" cxnId="{0C31B611-EAD4-EE44-9D6A-D3DF92A95149}">
      <dgm:prSet/>
      <dgm:spPr/>
      <dgm:t>
        <a:bodyPr/>
        <a:lstStyle/>
        <a:p>
          <a:endParaRPr lang="en-US"/>
        </a:p>
      </dgm:t>
    </dgm:pt>
    <dgm:pt modelId="{FACF96C7-8FF5-8746-A5AB-F71AD1FE87DB}" type="sibTrans" cxnId="{0C31B611-EAD4-EE44-9D6A-D3DF92A95149}">
      <dgm:prSet/>
      <dgm:spPr/>
      <dgm:t>
        <a:bodyPr/>
        <a:lstStyle/>
        <a:p>
          <a:endParaRPr lang="en-US"/>
        </a:p>
      </dgm:t>
    </dgm:pt>
    <dgm:pt modelId="{AFA24F15-B03B-894A-AE37-841CCB3217B6}" type="pres">
      <dgm:prSet presAssocID="{949EFB50-8E96-8245-A267-1D2FDE2783A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570A4FC-8EE1-4441-9F8D-D75F829BE391}" type="pres">
      <dgm:prSet presAssocID="{2F5431EE-6375-FB49-9091-D0E68A6DCBEF}" presName="hierRoot1" presStyleCnt="0">
        <dgm:presLayoutVars>
          <dgm:hierBranch val="init"/>
        </dgm:presLayoutVars>
      </dgm:prSet>
      <dgm:spPr/>
    </dgm:pt>
    <dgm:pt modelId="{0C17D8CA-2A24-6B47-8166-E442BD2284D4}" type="pres">
      <dgm:prSet presAssocID="{2F5431EE-6375-FB49-9091-D0E68A6DCBEF}" presName="rootComposite1" presStyleCnt="0"/>
      <dgm:spPr/>
    </dgm:pt>
    <dgm:pt modelId="{4547836D-C8E9-AE46-A040-D59A6B2FFE69}" type="pres">
      <dgm:prSet presAssocID="{2F5431EE-6375-FB49-9091-D0E68A6DCBEF}" presName="rootText1" presStyleLbl="alignAcc1" presStyleIdx="0" presStyleCnt="0">
        <dgm:presLayoutVars>
          <dgm:chPref val="3"/>
        </dgm:presLayoutVars>
      </dgm:prSet>
      <dgm:spPr/>
    </dgm:pt>
    <dgm:pt modelId="{1AEB4FCA-E859-DC4D-83B5-0CD40E9A1FE6}" type="pres">
      <dgm:prSet presAssocID="{2F5431EE-6375-FB49-9091-D0E68A6DCBEF}" presName="topArc1" presStyleLbl="parChTrans1D1" presStyleIdx="0" presStyleCnt="6"/>
      <dgm:spPr/>
    </dgm:pt>
    <dgm:pt modelId="{067D6158-CF3B-AD47-A67B-7532A560B67C}" type="pres">
      <dgm:prSet presAssocID="{2F5431EE-6375-FB49-9091-D0E68A6DCBEF}" presName="bottomArc1" presStyleLbl="parChTrans1D1" presStyleIdx="1" presStyleCnt="6"/>
      <dgm:spPr/>
    </dgm:pt>
    <dgm:pt modelId="{C398FFA5-A3FB-DE4C-B7E8-53743F2ABA4B}" type="pres">
      <dgm:prSet presAssocID="{2F5431EE-6375-FB49-9091-D0E68A6DCBEF}" presName="topConnNode1" presStyleLbl="node1" presStyleIdx="0" presStyleCnt="0"/>
      <dgm:spPr/>
    </dgm:pt>
    <dgm:pt modelId="{A45D834F-DBB7-4947-AC7E-FE7A743CB7D0}" type="pres">
      <dgm:prSet presAssocID="{2F5431EE-6375-FB49-9091-D0E68A6DCBEF}" presName="hierChild2" presStyleCnt="0"/>
      <dgm:spPr/>
    </dgm:pt>
    <dgm:pt modelId="{47296052-044E-FF4F-9044-351D786F22C6}" type="pres">
      <dgm:prSet presAssocID="{2F5431EE-6375-FB49-9091-D0E68A6DCBEF}" presName="hierChild3" presStyleCnt="0"/>
      <dgm:spPr/>
    </dgm:pt>
    <dgm:pt modelId="{543F360E-5C5D-AA4C-A04F-47705144E37A}" type="pres">
      <dgm:prSet presAssocID="{9C8042A7-E6A1-D443-BDF5-0BA0D65A2670}" presName="Name101" presStyleLbl="parChTrans1D2" presStyleIdx="0" presStyleCnt="2"/>
      <dgm:spPr/>
    </dgm:pt>
    <dgm:pt modelId="{5878BFFD-B086-2647-B6F5-BB953E22D31D}" type="pres">
      <dgm:prSet presAssocID="{B2B3E70A-ECE9-824B-8EB1-7920BBF0A3A4}" presName="hierRoot3" presStyleCnt="0">
        <dgm:presLayoutVars>
          <dgm:hierBranch val="init"/>
        </dgm:presLayoutVars>
      </dgm:prSet>
      <dgm:spPr/>
    </dgm:pt>
    <dgm:pt modelId="{34A22718-2135-F14C-9995-75B2FCE6EFFC}" type="pres">
      <dgm:prSet presAssocID="{B2B3E70A-ECE9-824B-8EB1-7920BBF0A3A4}" presName="rootComposite3" presStyleCnt="0"/>
      <dgm:spPr/>
    </dgm:pt>
    <dgm:pt modelId="{47BF1907-E9B9-3946-BDE5-87DF21045A4E}" type="pres">
      <dgm:prSet presAssocID="{B2B3E70A-ECE9-824B-8EB1-7920BBF0A3A4}" presName="rootText3" presStyleLbl="alignAcc1" presStyleIdx="0" presStyleCnt="0">
        <dgm:presLayoutVars>
          <dgm:chPref val="3"/>
        </dgm:presLayoutVars>
      </dgm:prSet>
      <dgm:spPr/>
    </dgm:pt>
    <dgm:pt modelId="{0E4ABE25-2A52-554E-8EE2-77190A293AE2}" type="pres">
      <dgm:prSet presAssocID="{B2B3E70A-ECE9-824B-8EB1-7920BBF0A3A4}" presName="topArc3" presStyleLbl="parChTrans1D1" presStyleIdx="2" presStyleCnt="6"/>
      <dgm:spPr/>
    </dgm:pt>
    <dgm:pt modelId="{80549523-D2C3-7F43-BD86-AB176EE5B41C}" type="pres">
      <dgm:prSet presAssocID="{B2B3E70A-ECE9-824B-8EB1-7920BBF0A3A4}" presName="bottomArc3" presStyleLbl="parChTrans1D1" presStyleIdx="3" presStyleCnt="6"/>
      <dgm:spPr/>
    </dgm:pt>
    <dgm:pt modelId="{AD144F12-DEDF-CE47-A494-4AD7AA6AC63F}" type="pres">
      <dgm:prSet presAssocID="{B2B3E70A-ECE9-824B-8EB1-7920BBF0A3A4}" presName="topConnNode3" presStyleLbl="asst1" presStyleIdx="0" presStyleCnt="0"/>
      <dgm:spPr/>
    </dgm:pt>
    <dgm:pt modelId="{65B90F3F-7466-074C-8CB0-02CB7FA6A216}" type="pres">
      <dgm:prSet presAssocID="{B2B3E70A-ECE9-824B-8EB1-7920BBF0A3A4}" presName="hierChild6" presStyleCnt="0"/>
      <dgm:spPr/>
    </dgm:pt>
    <dgm:pt modelId="{A900EF04-343F-C04B-98F7-7A62D9083DDA}" type="pres">
      <dgm:prSet presAssocID="{B2B3E70A-ECE9-824B-8EB1-7920BBF0A3A4}" presName="hierChild7" presStyleCnt="0"/>
      <dgm:spPr/>
    </dgm:pt>
    <dgm:pt modelId="{A26EF4EF-C500-3641-AC9A-BA363985AA9F}" type="pres">
      <dgm:prSet presAssocID="{16B90322-F5E0-4E4A-B22C-5723C9C7B6DE}" presName="Name101" presStyleLbl="parChTrans1D2" presStyleIdx="1" presStyleCnt="2"/>
      <dgm:spPr/>
    </dgm:pt>
    <dgm:pt modelId="{27EE1A7D-0395-684A-8822-CB7437866017}" type="pres">
      <dgm:prSet presAssocID="{A03C1C2F-F01A-A248-B77F-5731162C7E71}" presName="hierRoot3" presStyleCnt="0">
        <dgm:presLayoutVars>
          <dgm:hierBranch val="init"/>
        </dgm:presLayoutVars>
      </dgm:prSet>
      <dgm:spPr/>
    </dgm:pt>
    <dgm:pt modelId="{AC967AB6-3AA2-614E-9A97-B0284F8C8AA8}" type="pres">
      <dgm:prSet presAssocID="{A03C1C2F-F01A-A248-B77F-5731162C7E71}" presName="rootComposite3" presStyleCnt="0"/>
      <dgm:spPr/>
    </dgm:pt>
    <dgm:pt modelId="{5F1FF37C-ABC2-434D-9F76-25AB96E00EAA}" type="pres">
      <dgm:prSet presAssocID="{A03C1C2F-F01A-A248-B77F-5731162C7E71}" presName="rootText3" presStyleLbl="alignAcc1" presStyleIdx="0" presStyleCnt="0">
        <dgm:presLayoutVars>
          <dgm:chPref val="3"/>
        </dgm:presLayoutVars>
      </dgm:prSet>
      <dgm:spPr/>
    </dgm:pt>
    <dgm:pt modelId="{6F480A7E-25DD-674E-91BB-100606FD8CAE}" type="pres">
      <dgm:prSet presAssocID="{A03C1C2F-F01A-A248-B77F-5731162C7E71}" presName="topArc3" presStyleLbl="parChTrans1D1" presStyleIdx="4" presStyleCnt="6"/>
      <dgm:spPr/>
    </dgm:pt>
    <dgm:pt modelId="{D9CE40B9-860B-0849-B507-19BCA16A4BA1}" type="pres">
      <dgm:prSet presAssocID="{A03C1C2F-F01A-A248-B77F-5731162C7E71}" presName="bottomArc3" presStyleLbl="parChTrans1D1" presStyleIdx="5" presStyleCnt="6"/>
      <dgm:spPr/>
    </dgm:pt>
    <dgm:pt modelId="{EBB81231-7B4B-464F-8D3A-5278B1D076F4}" type="pres">
      <dgm:prSet presAssocID="{A03C1C2F-F01A-A248-B77F-5731162C7E71}" presName="topConnNode3" presStyleLbl="asst1" presStyleIdx="0" presStyleCnt="0"/>
      <dgm:spPr/>
    </dgm:pt>
    <dgm:pt modelId="{9EEBDBA3-43EA-F843-9B27-467D134B6D7E}" type="pres">
      <dgm:prSet presAssocID="{A03C1C2F-F01A-A248-B77F-5731162C7E71}" presName="hierChild6" presStyleCnt="0"/>
      <dgm:spPr/>
    </dgm:pt>
    <dgm:pt modelId="{FA6ECF08-907B-7640-A459-FE28BC5543D8}" type="pres">
      <dgm:prSet presAssocID="{A03C1C2F-F01A-A248-B77F-5731162C7E71}" presName="hierChild7" presStyleCnt="0"/>
      <dgm:spPr/>
    </dgm:pt>
  </dgm:ptLst>
  <dgm:cxnLst>
    <dgm:cxn modelId="{CFC38205-ABB9-B94F-B5A6-FA7068FDCBF8}" type="presOf" srcId="{2F5431EE-6375-FB49-9091-D0E68A6DCBEF}" destId="{4547836D-C8E9-AE46-A040-D59A6B2FFE69}" srcOrd="0" destOrd="0" presId="urn:microsoft.com/office/officeart/2008/layout/HalfCircleOrganizationChart"/>
    <dgm:cxn modelId="{0C31B611-EAD4-EE44-9D6A-D3DF92A95149}" srcId="{2F5431EE-6375-FB49-9091-D0E68A6DCBEF}" destId="{A03C1C2F-F01A-A248-B77F-5731162C7E71}" srcOrd="1" destOrd="0" parTransId="{16B90322-F5E0-4E4A-B22C-5723C9C7B6DE}" sibTransId="{FACF96C7-8FF5-8746-A5AB-F71AD1FE87DB}"/>
    <dgm:cxn modelId="{087E3826-77F0-7148-86B1-996A07A0EF08}" srcId="{949EFB50-8E96-8245-A267-1D2FDE2783AF}" destId="{2F5431EE-6375-FB49-9091-D0E68A6DCBEF}" srcOrd="0" destOrd="0" parTransId="{F44F5E20-A7AE-9545-9006-9A211FDADEDC}" sibTransId="{F9451C6B-EF72-E143-8018-8BC8B0773401}"/>
    <dgm:cxn modelId="{CE9A7E30-C3F2-9C47-BED0-96CF2505615E}" type="presOf" srcId="{B2B3E70A-ECE9-824B-8EB1-7920BBF0A3A4}" destId="{47BF1907-E9B9-3946-BDE5-87DF21045A4E}" srcOrd="0" destOrd="0" presId="urn:microsoft.com/office/officeart/2008/layout/HalfCircleOrganizationChart"/>
    <dgm:cxn modelId="{F610C959-9E91-1249-8F36-FF08EB61532D}" type="presOf" srcId="{A03C1C2F-F01A-A248-B77F-5731162C7E71}" destId="{5F1FF37C-ABC2-434D-9F76-25AB96E00EAA}" srcOrd="0" destOrd="0" presId="urn:microsoft.com/office/officeart/2008/layout/HalfCircleOrganizationChart"/>
    <dgm:cxn modelId="{12B7685E-DE81-B043-8796-8E0ED93FB5CD}" type="presOf" srcId="{16B90322-F5E0-4E4A-B22C-5723C9C7B6DE}" destId="{A26EF4EF-C500-3641-AC9A-BA363985AA9F}" srcOrd="0" destOrd="0" presId="urn:microsoft.com/office/officeart/2008/layout/HalfCircleOrganizationChart"/>
    <dgm:cxn modelId="{21BAEA64-A2E2-604C-87A3-D362E231992A}" type="presOf" srcId="{2F5431EE-6375-FB49-9091-D0E68A6DCBEF}" destId="{C398FFA5-A3FB-DE4C-B7E8-53743F2ABA4B}" srcOrd="1" destOrd="0" presId="urn:microsoft.com/office/officeart/2008/layout/HalfCircleOrganizationChart"/>
    <dgm:cxn modelId="{FAE19671-0F23-4F46-97C4-0400B4D0396E}" type="presOf" srcId="{B2B3E70A-ECE9-824B-8EB1-7920BBF0A3A4}" destId="{AD144F12-DEDF-CE47-A494-4AD7AA6AC63F}" srcOrd="1" destOrd="0" presId="urn:microsoft.com/office/officeart/2008/layout/HalfCircleOrganizationChart"/>
    <dgm:cxn modelId="{14678F73-9237-464F-843F-AF3DCF1C76C8}" type="presOf" srcId="{9C8042A7-E6A1-D443-BDF5-0BA0D65A2670}" destId="{543F360E-5C5D-AA4C-A04F-47705144E37A}" srcOrd="0" destOrd="0" presId="urn:microsoft.com/office/officeart/2008/layout/HalfCircleOrganizationChart"/>
    <dgm:cxn modelId="{27F3EE8D-7296-2F4B-9B4D-C11F49D4C131}" type="presOf" srcId="{949EFB50-8E96-8245-A267-1D2FDE2783AF}" destId="{AFA24F15-B03B-894A-AE37-841CCB3217B6}" srcOrd="0" destOrd="0" presId="urn:microsoft.com/office/officeart/2008/layout/HalfCircleOrganizationChart"/>
    <dgm:cxn modelId="{DD85D2C8-A008-AC40-BA19-EF923436EC97}" srcId="{2F5431EE-6375-FB49-9091-D0E68A6DCBEF}" destId="{B2B3E70A-ECE9-824B-8EB1-7920BBF0A3A4}" srcOrd="0" destOrd="0" parTransId="{9C8042A7-E6A1-D443-BDF5-0BA0D65A2670}" sibTransId="{0DF4250C-29C7-6342-AF46-FCF1321144B5}"/>
    <dgm:cxn modelId="{5FDFFAF2-73EB-3A49-B739-3F0C0C45A361}" type="presOf" srcId="{A03C1C2F-F01A-A248-B77F-5731162C7E71}" destId="{EBB81231-7B4B-464F-8D3A-5278B1D076F4}" srcOrd="1" destOrd="0" presId="urn:microsoft.com/office/officeart/2008/layout/HalfCircleOrganizationChart"/>
    <dgm:cxn modelId="{FEA55B44-399B-134F-B793-865C107F9645}" type="presParOf" srcId="{AFA24F15-B03B-894A-AE37-841CCB3217B6}" destId="{1570A4FC-8EE1-4441-9F8D-D75F829BE391}" srcOrd="0" destOrd="0" presId="urn:microsoft.com/office/officeart/2008/layout/HalfCircleOrganizationChart"/>
    <dgm:cxn modelId="{5EF9B25D-02A9-2446-A966-4A71A04BBAC3}" type="presParOf" srcId="{1570A4FC-8EE1-4441-9F8D-D75F829BE391}" destId="{0C17D8CA-2A24-6B47-8166-E442BD2284D4}" srcOrd="0" destOrd="0" presId="urn:microsoft.com/office/officeart/2008/layout/HalfCircleOrganizationChart"/>
    <dgm:cxn modelId="{0B68DFDF-E369-FF4B-8794-1C08F7C40AA2}" type="presParOf" srcId="{0C17D8CA-2A24-6B47-8166-E442BD2284D4}" destId="{4547836D-C8E9-AE46-A040-D59A6B2FFE69}" srcOrd="0" destOrd="0" presId="urn:microsoft.com/office/officeart/2008/layout/HalfCircleOrganizationChart"/>
    <dgm:cxn modelId="{759CCCB6-D26F-A84B-8939-0A0886920DC8}" type="presParOf" srcId="{0C17D8CA-2A24-6B47-8166-E442BD2284D4}" destId="{1AEB4FCA-E859-DC4D-83B5-0CD40E9A1FE6}" srcOrd="1" destOrd="0" presId="urn:microsoft.com/office/officeart/2008/layout/HalfCircleOrganizationChart"/>
    <dgm:cxn modelId="{B4488664-9E77-014F-B94F-5AC61BDA0DE5}" type="presParOf" srcId="{0C17D8CA-2A24-6B47-8166-E442BD2284D4}" destId="{067D6158-CF3B-AD47-A67B-7532A560B67C}" srcOrd="2" destOrd="0" presId="urn:microsoft.com/office/officeart/2008/layout/HalfCircleOrganizationChart"/>
    <dgm:cxn modelId="{A06BE0DB-577A-7A4D-B6A5-211B2864FCD6}" type="presParOf" srcId="{0C17D8CA-2A24-6B47-8166-E442BD2284D4}" destId="{C398FFA5-A3FB-DE4C-B7E8-53743F2ABA4B}" srcOrd="3" destOrd="0" presId="urn:microsoft.com/office/officeart/2008/layout/HalfCircleOrganizationChart"/>
    <dgm:cxn modelId="{1FB0D02C-F12A-A444-BAC9-AFB29EB725F6}" type="presParOf" srcId="{1570A4FC-8EE1-4441-9F8D-D75F829BE391}" destId="{A45D834F-DBB7-4947-AC7E-FE7A743CB7D0}" srcOrd="1" destOrd="0" presId="urn:microsoft.com/office/officeart/2008/layout/HalfCircleOrganizationChart"/>
    <dgm:cxn modelId="{B1214716-6DBE-4846-BFCC-EB209E1CB9C2}" type="presParOf" srcId="{1570A4FC-8EE1-4441-9F8D-D75F829BE391}" destId="{47296052-044E-FF4F-9044-351D786F22C6}" srcOrd="2" destOrd="0" presId="urn:microsoft.com/office/officeart/2008/layout/HalfCircleOrganizationChart"/>
    <dgm:cxn modelId="{7D383B5F-3DE2-1A4B-A5FD-88F538EE550E}" type="presParOf" srcId="{47296052-044E-FF4F-9044-351D786F22C6}" destId="{543F360E-5C5D-AA4C-A04F-47705144E37A}" srcOrd="0" destOrd="0" presId="urn:microsoft.com/office/officeart/2008/layout/HalfCircleOrganizationChart"/>
    <dgm:cxn modelId="{81E3BD5D-07F8-C34E-AA14-F306C7838469}" type="presParOf" srcId="{47296052-044E-FF4F-9044-351D786F22C6}" destId="{5878BFFD-B086-2647-B6F5-BB953E22D31D}" srcOrd="1" destOrd="0" presId="urn:microsoft.com/office/officeart/2008/layout/HalfCircleOrganizationChart"/>
    <dgm:cxn modelId="{D2390BA9-2D2C-7A46-BF98-464A938609B7}" type="presParOf" srcId="{5878BFFD-B086-2647-B6F5-BB953E22D31D}" destId="{34A22718-2135-F14C-9995-75B2FCE6EFFC}" srcOrd="0" destOrd="0" presId="urn:microsoft.com/office/officeart/2008/layout/HalfCircleOrganizationChart"/>
    <dgm:cxn modelId="{FD87E1FF-8FDA-9F42-BFFA-63528993F5E9}" type="presParOf" srcId="{34A22718-2135-F14C-9995-75B2FCE6EFFC}" destId="{47BF1907-E9B9-3946-BDE5-87DF21045A4E}" srcOrd="0" destOrd="0" presId="urn:microsoft.com/office/officeart/2008/layout/HalfCircleOrganizationChart"/>
    <dgm:cxn modelId="{6C80E2D4-DF31-5544-A47E-2ED6E71AD704}" type="presParOf" srcId="{34A22718-2135-F14C-9995-75B2FCE6EFFC}" destId="{0E4ABE25-2A52-554E-8EE2-77190A293AE2}" srcOrd="1" destOrd="0" presId="urn:microsoft.com/office/officeart/2008/layout/HalfCircleOrganizationChart"/>
    <dgm:cxn modelId="{2F6AADEB-B770-6F46-A74A-AF34C99A0E59}" type="presParOf" srcId="{34A22718-2135-F14C-9995-75B2FCE6EFFC}" destId="{80549523-D2C3-7F43-BD86-AB176EE5B41C}" srcOrd="2" destOrd="0" presId="urn:microsoft.com/office/officeart/2008/layout/HalfCircleOrganizationChart"/>
    <dgm:cxn modelId="{8389E94A-D875-DE4E-884D-DEB67638983A}" type="presParOf" srcId="{34A22718-2135-F14C-9995-75B2FCE6EFFC}" destId="{AD144F12-DEDF-CE47-A494-4AD7AA6AC63F}" srcOrd="3" destOrd="0" presId="urn:microsoft.com/office/officeart/2008/layout/HalfCircleOrganizationChart"/>
    <dgm:cxn modelId="{E4ECAD62-516B-6146-A2AE-9FC415EDFAFD}" type="presParOf" srcId="{5878BFFD-B086-2647-B6F5-BB953E22D31D}" destId="{65B90F3F-7466-074C-8CB0-02CB7FA6A216}" srcOrd="1" destOrd="0" presId="urn:microsoft.com/office/officeart/2008/layout/HalfCircleOrganizationChart"/>
    <dgm:cxn modelId="{5FCDF776-98B7-D64C-A8B9-7AD77CD701EA}" type="presParOf" srcId="{5878BFFD-B086-2647-B6F5-BB953E22D31D}" destId="{A900EF04-343F-C04B-98F7-7A62D9083DDA}" srcOrd="2" destOrd="0" presId="urn:microsoft.com/office/officeart/2008/layout/HalfCircleOrganizationChart"/>
    <dgm:cxn modelId="{464C5604-A7C8-A844-9D6F-0742DB96D6F4}" type="presParOf" srcId="{47296052-044E-FF4F-9044-351D786F22C6}" destId="{A26EF4EF-C500-3641-AC9A-BA363985AA9F}" srcOrd="2" destOrd="0" presId="urn:microsoft.com/office/officeart/2008/layout/HalfCircleOrganizationChart"/>
    <dgm:cxn modelId="{E2754947-3044-D647-9CCE-167C78D2FD7A}" type="presParOf" srcId="{47296052-044E-FF4F-9044-351D786F22C6}" destId="{27EE1A7D-0395-684A-8822-CB7437866017}" srcOrd="3" destOrd="0" presId="urn:microsoft.com/office/officeart/2008/layout/HalfCircleOrganizationChart"/>
    <dgm:cxn modelId="{7266FBEA-86F7-1841-9C2B-F3C73FB30ACA}" type="presParOf" srcId="{27EE1A7D-0395-684A-8822-CB7437866017}" destId="{AC967AB6-3AA2-614E-9A97-B0284F8C8AA8}" srcOrd="0" destOrd="0" presId="urn:microsoft.com/office/officeart/2008/layout/HalfCircleOrganizationChart"/>
    <dgm:cxn modelId="{91AE6C16-CCDC-D649-AADC-EBCDC3E7CB18}" type="presParOf" srcId="{AC967AB6-3AA2-614E-9A97-B0284F8C8AA8}" destId="{5F1FF37C-ABC2-434D-9F76-25AB96E00EAA}" srcOrd="0" destOrd="0" presId="urn:microsoft.com/office/officeart/2008/layout/HalfCircleOrganizationChart"/>
    <dgm:cxn modelId="{1D59371E-D4B7-FD41-9C26-001A7575DFA6}" type="presParOf" srcId="{AC967AB6-3AA2-614E-9A97-B0284F8C8AA8}" destId="{6F480A7E-25DD-674E-91BB-100606FD8CAE}" srcOrd="1" destOrd="0" presId="urn:microsoft.com/office/officeart/2008/layout/HalfCircleOrganizationChart"/>
    <dgm:cxn modelId="{649D583C-37E9-F940-BE48-023CBD22198E}" type="presParOf" srcId="{AC967AB6-3AA2-614E-9A97-B0284F8C8AA8}" destId="{D9CE40B9-860B-0849-B507-19BCA16A4BA1}" srcOrd="2" destOrd="0" presId="urn:microsoft.com/office/officeart/2008/layout/HalfCircleOrganizationChart"/>
    <dgm:cxn modelId="{32B24F14-D034-AD45-8269-021F7E81A479}" type="presParOf" srcId="{AC967AB6-3AA2-614E-9A97-B0284F8C8AA8}" destId="{EBB81231-7B4B-464F-8D3A-5278B1D076F4}" srcOrd="3" destOrd="0" presId="urn:microsoft.com/office/officeart/2008/layout/HalfCircleOrganizationChart"/>
    <dgm:cxn modelId="{CE71C022-088C-6D49-B0E2-8F23FBFA2CBD}" type="presParOf" srcId="{27EE1A7D-0395-684A-8822-CB7437866017}" destId="{9EEBDBA3-43EA-F843-9B27-467D134B6D7E}" srcOrd="1" destOrd="0" presId="urn:microsoft.com/office/officeart/2008/layout/HalfCircleOrganizationChart"/>
    <dgm:cxn modelId="{CEC6DC4E-B9A2-7743-BE8C-8CCBBC72DEC7}" type="presParOf" srcId="{27EE1A7D-0395-684A-8822-CB7437866017}" destId="{FA6ECF08-907B-7640-A459-FE28BC5543D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6EF4EF-C500-3641-AC9A-BA363985AA9F}">
      <dsp:nvSpPr>
        <dsp:cNvPr id="0" name=""/>
        <dsp:cNvSpPr/>
      </dsp:nvSpPr>
      <dsp:spPr>
        <a:xfrm>
          <a:off x="5144647" y="1819022"/>
          <a:ext cx="1509010" cy="10908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0851"/>
              </a:lnTo>
              <a:lnTo>
                <a:pt x="1509010" y="1090851"/>
              </a:lnTo>
            </a:path>
          </a:pathLst>
        </a:cu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3F360E-5C5D-AA4C-A04F-47705144E37A}">
      <dsp:nvSpPr>
        <dsp:cNvPr id="0" name=""/>
        <dsp:cNvSpPr/>
      </dsp:nvSpPr>
      <dsp:spPr>
        <a:xfrm>
          <a:off x="3635636" y="1819022"/>
          <a:ext cx="1509010" cy="1090851"/>
        </a:xfrm>
        <a:custGeom>
          <a:avLst/>
          <a:gdLst/>
          <a:ahLst/>
          <a:cxnLst/>
          <a:rect l="0" t="0" r="0" b="0"/>
          <a:pathLst>
            <a:path>
              <a:moveTo>
                <a:pt x="1509010" y="0"/>
              </a:moveTo>
              <a:lnTo>
                <a:pt x="1509010" y="1090851"/>
              </a:lnTo>
              <a:lnTo>
                <a:pt x="0" y="1090851"/>
              </a:lnTo>
            </a:path>
          </a:pathLst>
        </a:cu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B4FCA-E859-DC4D-83B5-0CD40E9A1FE6}">
      <dsp:nvSpPr>
        <dsp:cNvPr id="0" name=""/>
        <dsp:cNvSpPr/>
      </dsp:nvSpPr>
      <dsp:spPr>
        <a:xfrm>
          <a:off x="4235604" y="937"/>
          <a:ext cx="1818085" cy="1818085"/>
        </a:xfrm>
        <a:prstGeom prst="arc">
          <a:avLst>
            <a:gd name="adj1" fmla="val 13200000"/>
            <a:gd name="adj2" fmla="val 192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D6158-CF3B-AD47-A67B-7532A560B67C}">
      <dsp:nvSpPr>
        <dsp:cNvPr id="0" name=""/>
        <dsp:cNvSpPr/>
      </dsp:nvSpPr>
      <dsp:spPr>
        <a:xfrm>
          <a:off x="4235604" y="937"/>
          <a:ext cx="1818085" cy="1818085"/>
        </a:xfrm>
        <a:prstGeom prst="arc">
          <a:avLst>
            <a:gd name="adj1" fmla="val 2400000"/>
            <a:gd name="adj2" fmla="val 84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47836D-C8E9-AE46-A040-D59A6B2FFE69}">
      <dsp:nvSpPr>
        <dsp:cNvPr id="0" name=""/>
        <dsp:cNvSpPr/>
      </dsp:nvSpPr>
      <dsp:spPr>
        <a:xfrm>
          <a:off x="3326562" y="328192"/>
          <a:ext cx="3636170" cy="1163574"/>
        </a:xfrm>
        <a:prstGeom prst="rect">
          <a:avLst/>
        </a:prstGeom>
        <a:noFill/>
        <a:ln w="19050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rgbClr val="FFFF00"/>
              </a:solidFill>
            </a:rPr>
            <a:t>Nuclear Reactions</a:t>
          </a:r>
        </a:p>
      </dsp:txBody>
      <dsp:txXfrm>
        <a:off x="3326562" y="328192"/>
        <a:ext cx="3636170" cy="1163574"/>
      </dsp:txXfrm>
    </dsp:sp>
    <dsp:sp modelId="{0E4ABE25-2A52-554E-8EE2-77190A293AE2}">
      <dsp:nvSpPr>
        <dsp:cNvPr id="0" name=""/>
        <dsp:cNvSpPr/>
      </dsp:nvSpPr>
      <dsp:spPr>
        <a:xfrm>
          <a:off x="2035721" y="2582618"/>
          <a:ext cx="1818085" cy="1818085"/>
        </a:xfrm>
        <a:prstGeom prst="arc">
          <a:avLst>
            <a:gd name="adj1" fmla="val 13200000"/>
            <a:gd name="adj2" fmla="val 192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549523-D2C3-7F43-BD86-AB176EE5B41C}">
      <dsp:nvSpPr>
        <dsp:cNvPr id="0" name=""/>
        <dsp:cNvSpPr/>
      </dsp:nvSpPr>
      <dsp:spPr>
        <a:xfrm>
          <a:off x="2035721" y="2582618"/>
          <a:ext cx="1818085" cy="1818085"/>
        </a:xfrm>
        <a:prstGeom prst="arc">
          <a:avLst>
            <a:gd name="adj1" fmla="val 2400000"/>
            <a:gd name="adj2" fmla="val 84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BF1907-E9B9-3946-BDE5-87DF21045A4E}">
      <dsp:nvSpPr>
        <dsp:cNvPr id="0" name=""/>
        <dsp:cNvSpPr/>
      </dsp:nvSpPr>
      <dsp:spPr>
        <a:xfrm>
          <a:off x="1126679" y="2909873"/>
          <a:ext cx="3636170" cy="1163574"/>
        </a:xfrm>
        <a:prstGeom prst="rect">
          <a:avLst/>
        </a:prstGeom>
        <a:noFill/>
        <a:ln w="19050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rgbClr val="FFFF00"/>
              </a:solidFill>
            </a:rPr>
            <a:t>Nuclear Fission</a:t>
          </a:r>
        </a:p>
      </dsp:txBody>
      <dsp:txXfrm>
        <a:off x="1126679" y="2909873"/>
        <a:ext cx="3636170" cy="1163574"/>
      </dsp:txXfrm>
    </dsp:sp>
    <dsp:sp modelId="{6F480A7E-25DD-674E-91BB-100606FD8CAE}">
      <dsp:nvSpPr>
        <dsp:cNvPr id="0" name=""/>
        <dsp:cNvSpPr/>
      </dsp:nvSpPr>
      <dsp:spPr>
        <a:xfrm>
          <a:off x="6435488" y="2582618"/>
          <a:ext cx="1818085" cy="1818085"/>
        </a:xfrm>
        <a:prstGeom prst="arc">
          <a:avLst>
            <a:gd name="adj1" fmla="val 13200000"/>
            <a:gd name="adj2" fmla="val 192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CE40B9-860B-0849-B507-19BCA16A4BA1}">
      <dsp:nvSpPr>
        <dsp:cNvPr id="0" name=""/>
        <dsp:cNvSpPr/>
      </dsp:nvSpPr>
      <dsp:spPr>
        <a:xfrm>
          <a:off x="6435488" y="2582618"/>
          <a:ext cx="1818085" cy="1818085"/>
        </a:xfrm>
        <a:prstGeom prst="arc">
          <a:avLst>
            <a:gd name="adj1" fmla="val 2400000"/>
            <a:gd name="adj2" fmla="val 84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1FF37C-ABC2-434D-9F76-25AB96E00EAA}">
      <dsp:nvSpPr>
        <dsp:cNvPr id="0" name=""/>
        <dsp:cNvSpPr/>
      </dsp:nvSpPr>
      <dsp:spPr>
        <a:xfrm>
          <a:off x="5526445" y="2909873"/>
          <a:ext cx="3636170" cy="1163574"/>
        </a:xfrm>
        <a:prstGeom prst="rect">
          <a:avLst/>
        </a:prstGeom>
        <a:noFill/>
        <a:ln w="19050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rgbClr val="FFFF00"/>
              </a:solidFill>
            </a:rPr>
            <a:t>Nuclear Fusion</a:t>
          </a:r>
        </a:p>
      </dsp:txBody>
      <dsp:txXfrm>
        <a:off x="5526445" y="2909873"/>
        <a:ext cx="3636170" cy="1163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6EF4EF-C500-3641-AC9A-BA363985AA9F}">
      <dsp:nvSpPr>
        <dsp:cNvPr id="0" name=""/>
        <dsp:cNvSpPr/>
      </dsp:nvSpPr>
      <dsp:spPr>
        <a:xfrm>
          <a:off x="5144647" y="767626"/>
          <a:ext cx="636573" cy="4601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0173"/>
              </a:lnTo>
              <a:lnTo>
                <a:pt x="636573" y="460173"/>
              </a:lnTo>
            </a:path>
          </a:pathLst>
        </a:cu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3F360E-5C5D-AA4C-A04F-47705144E37A}">
      <dsp:nvSpPr>
        <dsp:cNvPr id="0" name=""/>
        <dsp:cNvSpPr/>
      </dsp:nvSpPr>
      <dsp:spPr>
        <a:xfrm>
          <a:off x="4508074" y="767626"/>
          <a:ext cx="636573" cy="460173"/>
        </a:xfrm>
        <a:custGeom>
          <a:avLst/>
          <a:gdLst/>
          <a:ahLst/>
          <a:cxnLst/>
          <a:rect l="0" t="0" r="0" b="0"/>
          <a:pathLst>
            <a:path>
              <a:moveTo>
                <a:pt x="636573" y="0"/>
              </a:moveTo>
              <a:lnTo>
                <a:pt x="636573" y="460173"/>
              </a:lnTo>
              <a:lnTo>
                <a:pt x="0" y="460173"/>
              </a:lnTo>
            </a:path>
          </a:pathLst>
        </a:cu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B4FCA-E859-DC4D-83B5-0CD40E9A1FE6}">
      <dsp:nvSpPr>
        <dsp:cNvPr id="0" name=""/>
        <dsp:cNvSpPr/>
      </dsp:nvSpPr>
      <dsp:spPr>
        <a:xfrm>
          <a:off x="4761169" y="671"/>
          <a:ext cx="766955" cy="766955"/>
        </a:xfrm>
        <a:prstGeom prst="arc">
          <a:avLst>
            <a:gd name="adj1" fmla="val 13200000"/>
            <a:gd name="adj2" fmla="val 192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D6158-CF3B-AD47-A67B-7532A560B67C}">
      <dsp:nvSpPr>
        <dsp:cNvPr id="0" name=""/>
        <dsp:cNvSpPr/>
      </dsp:nvSpPr>
      <dsp:spPr>
        <a:xfrm>
          <a:off x="4761169" y="671"/>
          <a:ext cx="766955" cy="766955"/>
        </a:xfrm>
        <a:prstGeom prst="arc">
          <a:avLst>
            <a:gd name="adj1" fmla="val 2400000"/>
            <a:gd name="adj2" fmla="val 84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47836D-C8E9-AE46-A040-D59A6B2FFE69}">
      <dsp:nvSpPr>
        <dsp:cNvPr id="0" name=""/>
        <dsp:cNvSpPr/>
      </dsp:nvSpPr>
      <dsp:spPr>
        <a:xfrm>
          <a:off x="4377691" y="138723"/>
          <a:ext cx="1533911" cy="490851"/>
        </a:xfrm>
        <a:prstGeom prst="rect">
          <a:avLst/>
        </a:prstGeom>
        <a:noFill/>
        <a:ln w="19050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Nuclear Reactions</a:t>
          </a:r>
        </a:p>
      </dsp:txBody>
      <dsp:txXfrm>
        <a:off x="4377691" y="138723"/>
        <a:ext cx="1533911" cy="490851"/>
      </dsp:txXfrm>
    </dsp:sp>
    <dsp:sp modelId="{0E4ABE25-2A52-554E-8EE2-77190A293AE2}">
      <dsp:nvSpPr>
        <dsp:cNvPr id="0" name=""/>
        <dsp:cNvSpPr/>
      </dsp:nvSpPr>
      <dsp:spPr>
        <a:xfrm>
          <a:off x="3833153" y="1089748"/>
          <a:ext cx="766955" cy="766955"/>
        </a:xfrm>
        <a:prstGeom prst="arc">
          <a:avLst>
            <a:gd name="adj1" fmla="val 13200000"/>
            <a:gd name="adj2" fmla="val 192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549523-D2C3-7F43-BD86-AB176EE5B41C}">
      <dsp:nvSpPr>
        <dsp:cNvPr id="0" name=""/>
        <dsp:cNvSpPr/>
      </dsp:nvSpPr>
      <dsp:spPr>
        <a:xfrm>
          <a:off x="3833153" y="1089748"/>
          <a:ext cx="766955" cy="766955"/>
        </a:xfrm>
        <a:prstGeom prst="arc">
          <a:avLst>
            <a:gd name="adj1" fmla="val 2400000"/>
            <a:gd name="adj2" fmla="val 84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BF1907-E9B9-3946-BDE5-87DF21045A4E}">
      <dsp:nvSpPr>
        <dsp:cNvPr id="0" name=""/>
        <dsp:cNvSpPr/>
      </dsp:nvSpPr>
      <dsp:spPr>
        <a:xfrm>
          <a:off x="3449675" y="1227800"/>
          <a:ext cx="1533911" cy="490851"/>
        </a:xfrm>
        <a:prstGeom prst="rect">
          <a:avLst/>
        </a:prstGeom>
        <a:noFill/>
        <a:ln w="19050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Nuclear Fission</a:t>
          </a:r>
        </a:p>
      </dsp:txBody>
      <dsp:txXfrm>
        <a:off x="3449675" y="1227800"/>
        <a:ext cx="1533911" cy="490851"/>
      </dsp:txXfrm>
    </dsp:sp>
    <dsp:sp modelId="{6F480A7E-25DD-674E-91BB-100606FD8CAE}">
      <dsp:nvSpPr>
        <dsp:cNvPr id="0" name=""/>
        <dsp:cNvSpPr/>
      </dsp:nvSpPr>
      <dsp:spPr>
        <a:xfrm>
          <a:off x="5689186" y="1089748"/>
          <a:ext cx="766955" cy="766955"/>
        </a:xfrm>
        <a:prstGeom prst="arc">
          <a:avLst>
            <a:gd name="adj1" fmla="val 13200000"/>
            <a:gd name="adj2" fmla="val 192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CE40B9-860B-0849-B507-19BCA16A4BA1}">
      <dsp:nvSpPr>
        <dsp:cNvPr id="0" name=""/>
        <dsp:cNvSpPr/>
      </dsp:nvSpPr>
      <dsp:spPr>
        <a:xfrm>
          <a:off x="5689186" y="1089748"/>
          <a:ext cx="766955" cy="766955"/>
        </a:xfrm>
        <a:prstGeom prst="arc">
          <a:avLst>
            <a:gd name="adj1" fmla="val 2400000"/>
            <a:gd name="adj2" fmla="val 8400000"/>
          </a:avLst>
        </a:prstGeom>
        <a:noFill/>
        <a:ln w="19050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1FF37C-ABC2-434D-9F76-25AB96E00EAA}">
      <dsp:nvSpPr>
        <dsp:cNvPr id="0" name=""/>
        <dsp:cNvSpPr/>
      </dsp:nvSpPr>
      <dsp:spPr>
        <a:xfrm>
          <a:off x="5305708" y="1227800"/>
          <a:ext cx="1533911" cy="490851"/>
        </a:xfrm>
        <a:prstGeom prst="rect">
          <a:avLst/>
        </a:prstGeom>
        <a:noFill/>
        <a:ln w="19050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Nuclear Fusion</a:t>
          </a:r>
        </a:p>
      </dsp:txBody>
      <dsp:txXfrm>
        <a:off x="5305708" y="1227800"/>
        <a:ext cx="1533911" cy="490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C2A810-E7AB-407C-96BB-A9A1642E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5873864-8EA6-4BAE-AD23-DF7D1EE8D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45B93AD-B8E9-48E0-9BA9-1FAD5388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BDACB8-D0FE-4835-A57B-FDA02114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DF97DC7-05A4-4842-9B74-F90566C5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82DFCE-CE18-4F48-9BF1-C732E208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0E0A77-5948-4F1C-96D3-941CC09D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415746A-0452-4F01-BDD2-C85034C37A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079AD55-2821-4492-AA75-50CBE9E1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F8C9763-2CE0-43CD-995B-A816677B3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C2A810-E7AB-407C-96BB-A9A1642E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5873864-8EA6-4BAE-AD23-DF7D1EE8D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45B93AD-B8E9-48E0-9BA9-1FAD5388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BDACB8-D0FE-4835-A57B-FDA02114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DF97DC7-05A4-4842-9B74-F90566C5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82DFCE-CE18-4F48-9BF1-C732E208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0E0A77-5948-4F1C-96D3-941CC09D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415746A-0452-4F01-BDD2-C85034C37A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079AD55-2821-4492-AA75-50CBE9E1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F8C9763-2CE0-43CD-995B-A816677B3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'1.0' encoding='UTF-8' standalone='yes'?>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3" Type="http://schemas.openxmlformats.org/officeDocument/2006/relationships/chart" Target="../charts/chart11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3" Type="http://schemas.openxmlformats.org/officeDocument/2006/relationships/chart" Target="../charts/chart14.xml"/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chart" Target="../charts/chart15.xml"/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'1.0' encoding='UTF-8' standalone='yes'?>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3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40.xml.rels><?xml version='1.0' encoding='UTF-8' standalone='yes'?>
<Relationships xmlns="http://schemas.openxmlformats.org/package/2006/relationships"><Relationship Id="rId3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41.xml.rels><?xml version='1.0' encoding='UTF-8' standalone='yes'?>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2.xml.rels><?xml version='1.0' encoding='UTF-8' standalone='yes'?>
<Relationships xmlns="http://schemas.openxmlformats.org/package/2006/relationships"><Relationship Id="rId3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54.xml.rels><?xml version='1.0' encoding='UTF-8' standalone='yes'?>
<Relationships xmlns="http://schemas.openxmlformats.org/package/2006/relationships"><Relationship Id="rId3" Type="http://schemas.openxmlformats.org/officeDocument/2006/relationships/chart" Target="../charts/chart16.xml"/><Relationship Id="rId1" Type="http://schemas.openxmlformats.org/officeDocument/2006/relationships/slideLayout" Target="../slideLayouts/slideLayout12.xml"/></Relationships>
</file>

<file path=ppt/slides/_rels/slide55.xml.rels><?xml version='1.0' encoding='UTF-8' standalone='yes'?>
<Relationships xmlns="http://schemas.openxmlformats.org/package/2006/relationships"><Relationship Id="rId3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Figure95Image" Type="http://schemas.openxmlformats.org/officeDocument/2006/relationships/image" Target="../media/figure95_approved_202610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C85766C-4620-421C-ADA1-555E75E55B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C0CE82-646D-43CC-BEBA-EB091DE2E41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OPENING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54B029-465C-455C-8A5B-086DA350825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01 /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90346D-6EB2-49F0-8702-50B897EB81B9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6191250" cy="2571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Fossil Fuels</a:t>
            </a:r>
          </a:p>
          <a:p>
            <a:pPr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Nuclear</a:t>
            </a:r>
          </a:p>
          <a:p>
            <a:pPr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BC88CC-ABEA-4076-B7A6-595BA1E5DA92}"/>
              </a:ext>
            </a:extLst>
          </p:cNvPr>
          <p:cNvSpPr>
            <a:spLocks noGrp="1"/>
          </p:cNvSpPr>
          <p:nvPr/>
        </p:nvSpPr>
        <p:spPr>
          <a:xfrm>
            <a:off x="609600" y="4063005"/>
            <a:ext cx="7239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Follow the energy.</a:t>
            </a:r>
          </a:p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Account for the consequences.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2392D0-C23B-27EC-5505-57AFC3C1767C}"/>
              </a:ext>
            </a:extLst>
          </p:cNvPr>
          <p:cNvSpPr>
            <a:spLocks noGrp="1"/>
          </p:cNvSpPr>
          <p:nvPr/>
        </p:nvSpPr>
        <p:spPr>
          <a:xfrm>
            <a:off x="609600" y="5048181"/>
            <a:ext cx="5698016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hidden system behind the light switch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D3A647-5700-1EF1-ED47-3BEE09BD3BAD}"/>
              </a:ext>
            </a:extLst>
          </p:cNvPr>
          <p:cNvSpPr txBox="1"/>
          <p:nvPr/>
        </p:nvSpPr>
        <p:spPr>
          <a:xfrm>
            <a:off x="87085" y="6117545"/>
            <a:ext cx="118436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Main Source:</a:t>
            </a:r>
          </a:p>
          <a:p>
            <a:r>
              <a:rPr lang="en-US" sz="1200" dirty="0">
                <a:solidFill>
                  <a:schemeClr val="bg1"/>
                </a:solidFill>
              </a:rPr>
              <a:t>Manuel Molles and Brendan Borrell. Environment: Science, Issues, Solutions. W. H. Freeman, 2016. Chapter 9, printed pp. 262–263</a:t>
            </a:r>
          </a:p>
        </p:txBody>
      </p:sp>
    </p:spTree>
    <p:extLst>
      <p:ext uri="{BB962C8B-B14F-4D97-AF65-F5344CB8AC3E}">
        <p14:creationId xmlns:p14="http://schemas.microsoft.com/office/powerpoint/2010/main" val="524612123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095BBB-AB86-4729-8CB8-567E475A634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CENTRAL QUESTION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107BEC-DDF5-4BBA-ABE2-0FA2E94DC3AE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02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5652BD-EADF-4710-8953-C9C79B9BA73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we reduce the harm?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32E418-204B-4E0B-AE51-4482FFB59929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10572750" cy="2714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4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4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345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How </a:t>
            </a:r>
            <a:r>
              <a:rPr sz="3450" b="1" dirty="0">
                <a:solidFill>
                  <a:srgbClr val="FFBD82"/>
                </a:solidFill>
                <a:latin typeface="Arial"/>
                <a:ea typeface="Arial"/>
                <a:cs typeface="Arial"/>
              </a:rPr>
              <a:t>can</a:t>
            </a:r>
            <a:r>
              <a:rPr sz="345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 we manage nonrenewable energy resources in a way that reduces environmental harm?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8BE70-29AB-4925-90FD-610BC0B15918}"/>
              </a:ext>
            </a:extLst>
          </p:cNvPr>
          <p:cNvSpPr>
            <a:spLocks noGrp="1"/>
          </p:cNvSpPr>
          <p:nvPr/>
        </p:nvSpPr>
        <p:spPr>
          <a:xfrm>
            <a:off x="647700" y="58102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SCIENCE  →  ISSUES  →  SOLUTIONS  →  TAKEAWAYS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F12A90-FD92-40EE-9C4E-9B85B11F0E8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7E6435-2798-4445-A725-7F9152AC836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03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0B2166-5C8A-4B44-87CB-B5B835C691A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Generation – Using Combustible Materials</a:t>
            </a:r>
            <a:endParaRPr sz="33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A3B6A2-2047-4F8A-B8FF-BD0CFCA13A85}"/>
              </a:ext>
            </a:extLst>
          </p:cNvPr>
          <p:cNvSpPr>
            <a:spLocks noGrp="1"/>
          </p:cNvSpPr>
          <p:nvPr/>
        </p:nvSpPr>
        <p:spPr>
          <a:xfrm>
            <a:off x="2353593" y="6143625"/>
            <a:ext cx="7465763" cy="40485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FFBC83"/>
                </a:solidFill>
                <a:latin typeface="Arial"/>
                <a:cs typeface="Arial"/>
              </a:rPr>
              <a:t>C</a:t>
            </a: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</a:rPr>
              <a:t>hemical Energy                               </a:t>
            </a: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  <a:sym typeface="Wingdings" pitchFamily="2" charset="2"/>
              </a:rPr>
              <a:t>Electrical Energy</a:t>
            </a:r>
            <a:endParaRPr sz="2400" b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" name="Picture 11" descr="Reconstructed coal-fired steam power plant with separate steam-water and cooling-water circuits.">
            <a:extLst>
              <a:ext uri="{FF2B5EF4-FFF2-40B4-BE49-F238E27FC236}">
                <a16:creationId xmlns:a16="http://schemas.microsoft.com/office/drawing/2014/main" id="{F6B35268-8E24-0F72-C81E-C6F15DA27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14500"/>
            <a:ext cx="10477500" cy="4191000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E78D5B96-F2F6-E67A-295E-6AAA602F713A}"/>
              </a:ext>
            </a:extLst>
          </p:cNvPr>
          <p:cNvSpPr/>
          <p:nvPr/>
        </p:nvSpPr>
        <p:spPr>
          <a:xfrm>
            <a:off x="4932645" y="6191250"/>
            <a:ext cx="2410690" cy="370360"/>
          </a:xfrm>
          <a:prstGeom prst="rightArrow">
            <a:avLst>
              <a:gd name="adj1" fmla="val 45606"/>
              <a:gd name="adj2" fmla="val 1334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POWER9_caption">
            <a:extLst>
              <a:ext uri="{FF2B5EF4-FFF2-40B4-BE49-F238E27FC236}">
                <a16:creationId xmlns:a16="http://schemas.microsoft.com/office/drawing/2014/main" id="{05438B26-9A62-48FB-95DC-D9FB8147C804}"/>
              </a:ext>
            </a:extLst>
          </p:cNvPr>
          <p:cNvSpPr>
            <a:spLocks noGrp="1"/>
          </p:cNvSpPr>
          <p:nvPr/>
        </p:nvSpPr>
        <p:spPr>
          <a:xfrm>
            <a:off x="695325" y="5915025"/>
            <a:ext cx="108108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9.14, reconstructed. Burning fuel produces steam that turns a turbine and drives the electric generator.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908B8-C531-EC85-CB06-2A2D6FB6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BC26B0-F228-F230-69C6-F81BA7AFE04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1E168-AAFF-6346-45C8-04D9D7954AA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04 / 64</a:t>
            </a:r>
          </a:p>
        </p:txBody>
      </p:sp>
      <p:sp>
        <p:nvSpPr>
          <p:cNvPr id="5" name="Electricity generation from combustible fuels">
            <a:extLst>
              <a:ext uri="{FF2B5EF4-FFF2-40B4-BE49-F238E27FC236}">
                <a16:creationId xmlns:a16="http://schemas.microsoft.com/office/drawing/2014/main" id="{77127D5F-D984-22C3-041D-D40D9813F88A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of e</a:t>
            </a:r>
            <a:r>
              <a:rPr sz="2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lectricity generation from combustible fuels</a:t>
            </a:r>
          </a:p>
        </p:txBody>
      </p:sp>
      <p:sp>
        <p:nvSpPr>
          <p:cNvPr id="6" name="CHEMICAL ENERGY">
            <a:extLst>
              <a:ext uri="{FF2B5EF4-FFF2-40B4-BE49-F238E27FC236}">
                <a16:creationId xmlns:a16="http://schemas.microsoft.com/office/drawing/2014/main" id="{65F0AC59-946F-9506-BF01-5663BB2D4D9E}"/>
              </a:ext>
            </a:extLst>
          </p:cNvPr>
          <p:cNvSpPr>
            <a:spLocks noGrp="1"/>
          </p:cNvSpPr>
          <p:nvPr/>
        </p:nvSpPr>
        <p:spPr>
          <a:xfrm>
            <a:off x="619125" y="2013562"/>
            <a:ext cx="2152994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CHEMICAL ENERGY</a:t>
            </a:r>
          </a:p>
        </p:txBody>
      </p:sp>
      <p:sp>
        <p:nvSpPr>
          <p:cNvPr id="7" name="THERMAL ENERGY">
            <a:extLst>
              <a:ext uri="{FF2B5EF4-FFF2-40B4-BE49-F238E27FC236}">
                <a16:creationId xmlns:a16="http://schemas.microsoft.com/office/drawing/2014/main" id="{1ECA025C-F360-5614-6611-D1E5D0A102FB}"/>
              </a:ext>
            </a:extLst>
          </p:cNvPr>
          <p:cNvSpPr>
            <a:spLocks noGrp="1"/>
          </p:cNvSpPr>
          <p:nvPr/>
        </p:nvSpPr>
        <p:spPr>
          <a:xfrm>
            <a:off x="3517106" y="2000250"/>
            <a:ext cx="2147888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THERMAL ENERGY</a:t>
            </a:r>
          </a:p>
        </p:txBody>
      </p:sp>
      <p:sp>
        <p:nvSpPr>
          <p:cNvPr id="8" name="MECHANICAL">
            <a:extLst>
              <a:ext uri="{FF2B5EF4-FFF2-40B4-BE49-F238E27FC236}">
                <a16:creationId xmlns:a16="http://schemas.microsoft.com/office/drawing/2014/main" id="{83126D67-0D04-9450-D3BA-BFFF317DADC2}"/>
              </a:ext>
            </a:extLst>
          </p:cNvPr>
          <p:cNvSpPr>
            <a:spLocks noGrp="1"/>
          </p:cNvSpPr>
          <p:nvPr/>
        </p:nvSpPr>
        <p:spPr>
          <a:xfrm>
            <a:off x="6527220" y="2006447"/>
            <a:ext cx="1528333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MECHANICAL</a:t>
            </a:r>
          </a:p>
        </p:txBody>
      </p:sp>
      <p:sp>
        <p:nvSpPr>
          <p:cNvPr id="10" name="ELECTRICAL">
            <a:extLst>
              <a:ext uri="{FF2B5EF4-FFF2-40B4-BE49-F238E27FC236}">
                <a16:creationId xmlns:a16="http://schemas.microsoft.com/office/drawing/2014/main" id="{A6C1A3D9-6926-9A4F-B235-592260387D21}"/>
              </a:ext>
            </a:extLst>
          </p:cNvPr>
          <p:cNvSpPr>
            <a:spLocks noGrp="1"/>
          </p:cNvSpPr>
          <p:nvPr/>
        </p:nvSpPr>
        <p:spPr>
          <a:xfrm>
            <a:off x="9491662" y="2012873"/>
            <a:ext cx="15049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7D675"/>
                </a:solidFill>
                <a:latin typeface="Arial"/>
                <a:ea typeface="Arial"/>
                <a:cs typeface="Arial"/>
              </a:rPr>
              <a:t>ELECTRICAL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C5631C-75CE-D7D3-9A79-B492E49677D8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1905000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FFB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Fuel + oxygen">
            <a:extLst>
              <a:ext uri="{FF2B5EF4-FFF2-40B4-BE49-F238E27FC236}">
                <a16:creationId xmlns:a16="http://schemas.microsoft.com/office/drawing/2014/main" id="{DB2F4962-A2C2-791D-0A29-680B82984654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1714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Fuel + oxygen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E955BD-1C1D-38CD-CFC8-B0BE600E15DE}"/>
              </a:ext>
            </a:extLst>
          </p:cNvPr>
          <p:cNvSpPr>
            <a:spLocks noGrp="1"/>
          </p:cNvSpPr>
          <p:nvPr/>
        </p:nvSpPr>
        <p:spPr>
          <a:xfrm>
            <a:off x="3505200" y="2857500"/>
            <a:ext cx="1952625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FFB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Boiler">
            <a:extLst>
              <a:ext uri="{FF2B5EF4-FFF2-40B4-BE49-F238E27FC236}">
                <a16:creationId xmlns:a16="http://schemas.microsoft.com/office/drawing/2014/main" id="{C163D4B6-2F30-D3A9-082E-95CBF7A404B6}"/>
              </a:ext>
            </a:extLst>
          </p:cNvPr>
          <p:cNvSpPr>
            <a:spLocks noGrp="1"/>
          </p:cNvSpPr>
          <p:nvPr/>
        </p:nvSpPr>
        <p:spPr>
          <a:xfrm>
            <a:off x="3600450" y="2952750"/>
            <a:ext cx="17621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Boiler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E0B647-693C-DE50-47FE-FC50A912DA8F}"/>
              </a:ext>
            </a:extLst>
          </p:cNvPr>
          <p:cNvSpPr>
            <a:spLocks noGrp="1"/>
          </p:cNvSpPr>
          <p:nvPr/>
        </p:nvSpPr>
        <p:spPr>
          <a:xfrm>
            <a:off x="6315075" y="2857500"/>
            <a:ext cx="1952625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team&#10;turbine">
            <a:extLst>
              <a:ext uri="{FF2B5EF4-FFF2-40B4-BE49-F238E27FC236}">
                <a16:creationId xmlns:a16="http://schemas.microsoft.com/office/drawing/2014/main" id="{D9B0B566-86E0-59AA-5808-7C588BF21045}"/>
              </a:ext>
            </a:extLst>
          </p:cNvPr>
          <p:cNvSpPr>
            <a:spLocks noGrp="1"/>
          </p:cNvSpPr>
          <p:nvPr/>
        </p:nvSpPr>
        <p:spPr>
          <a:xfrm>
            <a:off x="6410325" y="2952750"/>
            <a:ext cx="17621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Steam</a:t>
            </a:r>
          </a:p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turbine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F27973-5952-C5C8-523C-AF9E56044413}"/>
              </a:ext>
            </a:extLst>
          </p:cNvPr>
          <p:cNvSpPr>
            <a:spLocks noGrp="1"/>
          </p:cNvSpPr>
          <p:nvPr/>
        </p:nvSpPr>
        <p:spPr>
          <a:xfrm>
            <a:off x="9124950" y="2857500"/>
            <a:ext cx="2095500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F7D6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Generator">
            <a:extLst>
              <a:ext uri="{FF2B5EF4-FFF2-40B4-BE49-F238E27FC236}">
                <a16:creationId xmlns:a16="http://schemas.microsoft.com/office/drawing/2014/main" id="{7815DA80-1F4C-7911-EF74-2D12A3A7475C}"/>
              </a:ext>
            </a:extLst>
          </p:cNvPr>
          <p:cNvSpPr>
            <a:spLocks noGrp="1"/>
          </p:cNvSpPr>
          <p:nvPr/>
        </p:nvSpPr>
        <p:spPr>
          <a:xfrm>
            <a:off x="9220200" y="2952750"/>
            <a:ext cx="19050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D675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80943E67-832D-9EBF-7F7B-1D7D712AD1C3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723900" cy="20955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D1CBE61B-1C6F-243B-D4D9-D05CE461B930}"/>
              </a:ext>
            </a:extLst>
          </p:cNvPr>
          <p:cNvSpPr>
            <a:spLocks noGrp="1"/>
          </p:cNvSpPr>
          <p:nvPr/>
        </p:nvSpPr>
        <p:spPr>
          <a:xfrm>
            <a:off x="5514975" y="3209925"/>
            <a:ext cx="723900" cy="20955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A72CEEBB-07F1-F358-A8CF-1644EA998EE1}"/>
              </a:ext>
            </a:extLst>
          </p:cNvPr>
          <p:cNvSpPr>
            <a:spLocks noGrp="1"/>
          </p:cNvSpPr>
          <p:nvPr/>
        </p:nvSpPr>
        <p:spPr>
          <a:xfrm>
            <a:off x="8324850" y="3209925"/>
            <a:ext cx="723900" cy="209550"/>
          </a:xfrm>
          <a:prstGeom prst="right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ombustion releases heat">
            <a:extLst>
              <a:ext uri="{FF2B5EF4-FFF2-40B4-BE49-F238E27FC236}">
                <a16:creationId xmlns:a16="http://schemas.microsoft.com/office/drawing/2014/main" id="{B7F23B6A-A287-7575-9A60-096BB4AC47E4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714625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Combustion releases heat</a:t>
            </a:r>
          </a:p>
        </p:txBody>
      </p:sp>
      <p:sp>
        <p:nvSpPr>
          <p:cNvPr id="26" name="Steam expands&#10;and turns the shaft">
            <a:extLst>
              <a:ext uri="{FF2B5EF4-FFF2-40B4-BE49-F238E27FC236}">
                <a16:creationId xmlns:a16="http://schemas.microsoft.com/office/drawing/2014/main" id="{5F5980AF-46C1-C124-C9AB-43F30058F061}"/>
              </a:ext>
            </a:extLst>
          </p:cNvPr>
          <p:cNvSpPr>
            <a:spLocks noGrp="1"/>
          </p:cNvSpPr>
          <p:nvPr/>
        </p:nvSpPr>
        <p:spPr>
          <a:xfrm>
            <a:off x="6257925" y="3943350"/>
            <a:ext cx="2190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Steam expands</a:t>
            </a:r>
          </a:p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turns the shaft</a:t>
            </a:r>
          </a:p>
        </p:txBody>
      </p:sp>
      <p:sp>
        <p:nvSpPr>
          <p:cNvPr id="27" name="Magnetic induction&#10;produces current">
            <a:extLst>
              <a:ext uri="{FF2B5EF4-FFF2-40B4-BE49-F238E27FC236}">
                <a16:creationId xmlns:a16="http://schemas.microsoft.com/office/drawing/2014/main" id="{1C7F9749-BB0F-D00D-F94F-992A8EA1268E}"/>
              </a:ext>
            </a:extLst>
          </p:cNvPr>
          <p:cNvSpPr>
            <a:spLocks noGrp="1"/>
          </p:cNvSpPr>
          <p:nvPr/>
        </p:nvSpPr>
        <p:spPr>
          <a:xfrm>
            <a:off x="9067800" y="3943350"/>
            <a:ext cx="23526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Magnetic induction</a:t>
            </a:r>
          </a:p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produces current</a:t>
            </a:r>
          </a:p>
        </p:txBody>
      </p:sp>
      <p:sp>
        <p:nvSpPr>
          <p:cNvPr id="28" name="Flue gas leaves the stack.&#10;Ash remains after combustion">
            <a:extLst>
              <a:ext uri="{FF2B5EF4-FFF2-40B4-BE49-F238E27FC236}">
                <a16:creationId xmlns:a16="http://schemas.microsoft.com/office/drawing/2014/main" id="{467361E2-3832-851E-2248-D736E5D59E14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409575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Flue gas leaves the stack.</a:t>
            </a:r>
          </a:p>
          <a:p>
            <a: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Ash remains after combustion.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FA6170-7CBD-C22F-ABD2-2F19DAFCD466}"/>
              </a:ext>
            </a:extLst>
          </p:cNvPr>
          <p:cNvSpPr>
            <a:spLocks noGrp="1"/>
          </p:cNvSpPr>
          <p:nvPr/>
        </p:nvSpPr>
        <p:spPr>
          <a:xfrm>
            <a:off x="6296025" y="4905375"/>
            <a:ext cx="1971675" cy="6096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Condenser">
            <a:extLst>
              <a:ext uri="{FF2B5EF4-FFF2-40B4-BE49-F238E27FC236}">
                <a16:creationId xmlns:a16="http://schemas.microsoft.com/office/drawing/2014/main" id="{4BD28F6D-B05D-28A3-492C-6D2E3B4FC4A0}"/>
              </a:ext>
            </a:extLst>
          </p:cNvPr>
          <p:cNvSpPr>
            <a:spLocks noGrp="1"/>
          </p:cNvSpPr>
          <p:nvPr/>
        </p:nvSpPr>
        <p:spPr>
          <a:xfrm>
            <a:off x="6391275" y="5000625"/>
            <a:ext cx="17811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Condenser</a:t>
            </a:r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E0AB26FB-7AD2-5B5F-7C08-0E0E0D3A7004}"/>
              </a:ext>
            </a:extLst>
          </p:cNvPr>
          <p:cNvSpPr>
            <a:spLocks noGrp="1"/>
          </p:cNvSpPr>
          <p:nvPr/>
        </p:nvSpPr>
        <p:spPr>
          <a:xfrm>
            <a:off x="7134225" y="4533900"/>
            <a:ext cx="266700" cy="285750"/>
          </a:xfrm>
          <a:prstGeom prst="down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726C7B-5591-6766-92D7-FC4995F18466}"/>
              </a:ext>
            </a:extLst>
          </p:cNvPr>
          <p:cNvSpPr>
            <a:spLocks noGrp="1"/>
          </p:cNvSpPr>
          <p:nvPr/>
        </p:nvSpPr>
        <p:spPr>
          <a:xfrm>
            <a:off x="9191625" y="4905375"/>
            <a:ext cx="2028825" cy="6096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Cooling system">
            <a:extLst>
              <a:ext uri="{FF2B5EF4-FFF2-40B4-BE49-F238E27FC236}">
                <a16:creationId xmlns:a16="http://schemas.microsoft.com/office/drawing/2014/main" id="{4FA2E41F-365F-D523-7EE6-F5F302B346DE}"/>
              </a:ext>
            </a:extLst>
          </p:cNvPr>
          <p:cNvSpPr>
            <a:spLocks noGrp="1"/>
          </p:cNvSpPr>
          <p:nvPr/>
        </p:nvSpPr>
        <p:spPr>
          <a:xfrm>
            <a:off x="9286875" y="5000625"/>
            <a:ext cx="18383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Cooling system</a:t>
            </a: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71467371-D210-66EA-E4DE-159F40C76D1D}"/>
              </a:ext>
            </a:extLst>
          </p:cNvPr>
          <p:cNvSpPr>
            <a:spLocks noGrp="1"/>
          </p:cNvSpPr>
          <p:nvPr/>
        </p:nvSpPr>
        <p:spPr>
          <a:xfrm>
            <a:off x="8343900" y="5105400"/>
            <a:ext cx="752475" cy="190500"/>
          </a:xfrm>
          <a:prstGeom prst="right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432660D2-5B61-C185-F5DF-7C806ED4F44C}"/>
              </a:ext>
            </a:extLst>
          </p:cNvPr>
          <p:cNvSpPr>
            <a:spLocks noGrp="1"/>
          </p:cNvSpPr>
          <p:nvPr/>
        </p:nvSpPr>
        <p:spPr>
          <a:xfrm>
            <a:off x="4476750" y="5219700"/>
            <a:ext cx="1752600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9053882B-8939-F504-42E8-8CD41519FEBF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0" cy="13620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Up Arrow 36">
            <a:extLst>
              <a:ext uri="{FF2B5EF4-FFF2-40B4-BE49-F238E27FC236}">
                <a16:creationId xmlns:a16="http://schemas.microsoft.com/office/drawing/2014/main" id="{9D04BA02-546F-63F9-0012-F58734166EAC}"/>
              </a:ext>
            </a:extLst>
          </p:cNvPr>
          <p:cNvSpPr>
            <a:spLocks noGrp="1"/>
          </p:cNvSpPr>
          <p:nvPr/>
        </p:nvSpPr>
        <p:spPr>
          <a:xfrm>
            <a:off x="4371975" y="3819525"/>
            <a:ext cx="219075" cy="333375"/>
          </a:xfrm>
          <a:prstGeom prst="up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Liquid water returns">
            <a:extLst>
              <a:ext uri="{FF2B5EF4-FFF2-40B4-BE49-F238E27FC236}">
                <a16:creationId xmlns:a16="http://schemas.microsoft.com/office/drawing/2014/main" id="{3414762C-EB6C-C5C2-F4EF-F30528646A7F}"/>
              </a:ext>
            </a:extLst>
          </p:cNvPr>
          <p:cNvSpPr>
            <a:spLocks noGrp="1"/>
          </p:cNvSpPr>
          <p:nvPr/>
        </p:nvSpPr>
        <p:spPr>
          <a:xfrm>
            <a:off x="4267200" y="5572125"/>
            <a:ext cx="269557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Liquid water returns</a:t>
            </a:r>
          </a:p>
        </p:txBody>
      </p:sp>
      <p:sp>
        <p:nvSpPr>
          <p:cNvPr id="39" name="Waste heat → environment">
            <a:extLst>
              <a:ext uri="{FF2B5EF4-FFF2-40B4-BE49-F238E27FC236}">
                <a16:creationId xmlns:a16="http://schemas.microsoft.com/office/drawing/2014/main" id="{544AF79C-2ABC-3C0C-3504-9C39B8A0F515}"/>
              </a:ext>
            </a:extLst>
          </p:cNvPr>
          <p:cNvSpPr>
            <a:spLocks noGrp="1"/>
          </p:cNvSpPr>
          <p:nvPr/>
        </p:nvSpPr>
        <p:spPr>
          <a:xfrm>
            <a:off x="8591550" y="557212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Waste heat → environment</a:t>
            </a:r>
          </a:p>
        </p:txBody>
      </p:sp>
      <p:sp>
        <p:nvSpPr>
          <p:cNvPr id="40" name="Fig. 9.14, redrawn: burning fuel supplies the heat that">
            <a:extLst>
              <a:ext uri="{FF2B5EF4-FFF2-40B4-BE49-F238E27FC236}">
                <a16:creationId xmlns:a16="http://schemas.microsoft.com/office/drawing/2014/main" id="{162596C5-A32C-A8A0-7A35-47BD2AB3AEDF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9.14, redrawn: burning fuel supplies the heat that produces steam, turns a turbine, and drives an electrical generator.</a:t>
            </a:r>
          </a:p>
        </p:txBody>
      </p:sp>
    </p:spTree>
    <p:extLst>
      <p:ext uri="{BB962C8B-B14F-4D97-AF65-F5344CB8AC3E}">
        <p14:creationId xmlns:p14="http://schemas.microsoft.com/office/powerpoint/2010/main" val="1310609603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0A379-EBE5-40E8-12E0-820B53A8C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C06E66-56FB-8AD5-4663-D5B06419834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D31DB3-2B0D-1C08-1153-249EBFCEED79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05 / 64</a:t>
            </a:r>
          </a:p>
        </p:txBody>
      </p:sp>
      <p:sp>
        <p:nvSpPr>
          <p:cNvPr id="5" name="How an electrical generator works">
            <a:extLst>
              <a:ext uri="{FF2B5EF4-FFF2-40B4-BE49-F238E27FC236}">
                <a16:creationId xmlns:a16="http://schemas.microsoft.com/office/drawing/2014/main" id="{56A1DE36-ACB9-B39C-5EFF-B63D1A4BE208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an electrical generator works</a:t>
            </a:r>
          </a:p>
        </p:txBody>
      </p:sp>
      <p:pic>
        <p:nvPicPr>
          <p:cNvPr id="100" name="GENERATOR9_figure">
            <a:extLst>
              <a:ext uri="{FF2B5EF4-FFF2-40B4-BE49-F238E27FC236}">
                <a16:creationId xmlns:a16="http://schemas.microsoft.com/office/drawing/2014/main" id="{633621E9-A905-4ECA-AFD6-F5271F4A2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5929" y="1714500"/>
            <a:ext cx="10480142" cy="4191000"/>
          </a:xfrm>
          <a:prstGeom prst="rect">
            <a:avLst/>
          </a:prstGeom>
        </p:spPr>
      </p:pic>
      <p:sp>
        <p:nvSpPr>
          <p:cNvPr id="101" name="GENERATOR9_caption">
            <a:extLst>
              <a:ext uri="{FF2B5EF4-FFF2-40B4-BE49-F238E27FC236}">
                <a16:creationId xmlns:a16="http://schemas.microsoft.com/office/drawing/2014/main" id="{43655CEE-8FD4-4D3B-B397-8EEC1E813246}"/>
              </a:ext>
            </a:extLst>
          </p:cNvPr>
          <p:cNvSpPr>
            <a:spLocks noGrp="1"/>
          </p:cNvSpPr>
          <p:nvPr/>
        </p:nvSpPr>
        <p:spPr>
          <a:xfrm>
            <a:off x="695325" y="5943600"/>
            <a:ext cx="108108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9.12, reconstructed. Rotation changes magnetic flux and induces voltage. A closed circuit allows current to flow.</a:t>
            </a:r>
          </a:p>
        </p:txBody>
      </p:sp>
      <p:sp>
        <p:nvSpPr>
          <p:cNvPr id="102" name="GENERATOR9_energy">
            <a:extLst>
              <a:ext uri="{FF2B5EF4-FFF2-40B4-BE49-F238E27FC236}">
                <a16:creationId xmlns:a16="http://schemas.microsoft.com/office/drawing/2014/main" id="{1B5D4AD9-B2F9-4C4D-9AEC-7BC4CA884403}"/>
              </a:ext>
            </a:extLst>
          </p:cNvPr>
          <p:cNvSpPr>
            <a:spLocks noGrp="1"/>
          </p:cNvSpPr>
          <p:nvPr/>
        </p:nvSpPr>
        <p:spPr>
          <a:xfrm>
            <a:off x="1714500" y="624840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ctr">
              <a:defRPr sz="240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0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BC83"/>
                </a:solidFill>
                <a:latin typeface="Arial"/>
                <a:ea typeface="Arial"/>
                <a:cs typeface="Arial"/>
              </a:rPr>
              <a:t>Mechanical energy → electrical energy</a:t>
            </a:r>
          </a:p>
        </p:txBody>
      </p:sp>
    </p:spTree>
    <p:extLst>
      <p:ext uri="{BB962C8B-B14F-4D97-AF65-F5344CB8AC3E}">
        <p14:creationId xmlns:p14="http://schemas.microsoft.com/office/powerpoint/2010/main" val="175482218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312E1-474E-0557-4E65-18216F6C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2F8A0E-9580-845A-F1B3-972A01DF3F9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89A914-DB09-3390-C047-FF385B2AD2F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06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0EF02-C7CF-B988-BD0A-292402ECD8FF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fuels, ancient chemical energy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B0F0F-364A-AA27-69AB-CB9B3DE86A34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chemeClr val="bg1"/>
                </a:solidFill>
                <a:latin typeface="Arial"/>
                <a:cs typeface="Arial"/>
              </a:rPr>
              <a:t>Coal: buried plant materia</a:t>
            </a:r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endParaRPr sz="2400" b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4DDF0C-8CCE-B5D6-C105-301BFD866827}"/>
              </a:ext>
            </a:extLst>
          </p:cNvPr>
          <p:cNvSpPr>
            <a:spLocks noGrp="1"/>
          </p:cNvSpPr>
          <p:nvPr/>
        </p:nvSpPr>
        <p:spPr>
          <a:xfrm>
            <a:off x="647700" y="36290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Oil: transformed organic matter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5A643-BAF0-D267-6A6C-C827A3E282E6}"/>
              </a:ext>
            </a:extLst>
          </p:cNvPr>
          <p:cNvSpPr>
            <a:spLocks noGrp="1"/>
          </p:cNvSpPr>
          <p:nvPr/>
        </p:nvSpPr>
        <p:spPr>
          <a:xfrm>
            <a:off x="647700" y="45434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Natural gas: predominantly methane</a:t>
            </a:r>
          </a:p>
        </p:txBody>
      </p:sp>
    </p:spTree>
    <p:extLst>
      <p:ext uri="{BB962C8B-B14F-4D97-AF65-F5344CB8AC3E}">
        <p14:creationId xmlns:p14="http://schemas.microsoft.com/office/powerpoint/2010/main" val="373084518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85505-730C-F23F-FBF1-94120910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FA39A8-E4B1-C4FA-67B4-A4A0C0651CC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1644FF-7C71-3687-8095-7626635765E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07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3A9832-A036-735F-6C92-43EB2DF9109D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fuels, ancient chemical energy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590817-E275-F7A6-71CB-AA7FDC253DF0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FFBC83"/>
                </a:solidFill>
                <a:latin typeface="Arial"/>
                <a:cs typeface="Arial"/>
              </a:rPr>
              <a:t>Coal: buried plant materia</a:t>
            </a: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</a:rPr>
              <a:t>l</a:t>
            </a:r>
            <a:endParaRPr sz="2400" b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8244C-9E02-5937-045E-307FB09478DA}"/>
              </a:ext>
            </a:extLst>
          </p:cNvPr>
          <p:cNvSpPr>
            <a:spLocks noGrp="1"/>
          </p:cNvSpPr>
          <p:nvPr/>
        </p:nvSpPr>
        <p:spPr>
          <a:xfrm>
            <a:off x="647700" y="36290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Oil: transformed organic matter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83F9E-33B9-0830-F830-8AB90841ABFF}"/>
              </a:ext>
            </a:extLst>
          </p:cNvPr>
          <p:cNvSpPr>
            <a:spLocks noGrp="1"/>
          </p:cNvSpPr>
          <p:nvPr/>
        </p:nvSpPr>
        <p:spPr>
          <a:xfrm>
            <a:off x="647700" y="45434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Natural gas: predominantly methane</a:t>
            </a:r>
          </a:p>
        </p:txBody>
      </p:sp>
    </p:spTree>
    <p:extLst>
      <p:ext uri="{BB962C8B-B14F-4D97-AF65-F5344CB8AC3E}">
        <p14:creationId xmlns:p14="http://schemas.microsoft.com/office/powerpoint/2010/main" val="37179006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E905F-0CC1-F359-F701-6A3CC2490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B6694A-0F2A-6A65-BBF6-F714D13F036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4BBC02-85CF-89D7-AEE0-539CAF73840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08 / 64</a:t>
            </a:r>
          </a:p>
        </p:txBody>
      </p:sp>
      <p:sp>
        <p:nvSpPr>
          <p:cNvPr id="7" name="Coal formation: buried plant material">
            <a:extLst>
              <a:ext uri="{FF2B5EF4-FFF2-40B4-BE49-F238E27FC236}">
                <a16:creationId xmlns:a16="http://schemas.microsoft.com/office/drawing/2014/main" id="{4055A486-634C-AAAC-31BE-5D663510A4B0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Coal formation: buried plant material</a:t>
            </a:r>
          </a:p>
        </p:txBody>
      </p:sp>
      <p:sp>
        <p:nvSpPr>
          <p:cNvPr id="8" name="Swamp vegetation">
            <a:extLst>
              <a:ext uri="{FF2B5EF4-FFF2-40B4-BE49-F238E27FC236}">
                <a16:creationId xmlns:a16="http://schemas.microsoft.com/office/drawing/2014/main" id="{C0A83703-6396-C4E0-4BB7-ECED9F791977}"/>
              </a:ext>
            </a:extLst>
          </p:cNvPr>
          <p:cNvSpPr>
            <a:spLocks noGrp="1"/>
          </p:cNvSpPr>
          <p:nvPr/>
        </p:nvSpPr>
        <p:spPr>
          <a:xfrm>
            <a:off x="742950" y="20669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Swamp vegetation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A13F8D-68AD-20B7-820C-363956E05F37}"/>
              </a:ext>
            </a:extLst>
          </p:cNvPr>
          <p:cNvSpPr>
            <a:spLocks noGrp="1"/>
          </p:cNvSpPr>
          <p:nvPr/>
        </p:nvSpPr>
        <p:spPr>
          <a:xfrm>
            <a:off x="742950" y="2905125"/>
            <a:ext cx="3209925" cy="400050"/>
          </a:xfrm>
          <a:prstGeom prst="rect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AEC1A3-4CAF-0596-B59A-7EC528A99E43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3209925" cy="400050"/>
          </a:xfrm>
          <a:prstGeom prst="rect">
            <a:avLst/>
          </a:prstGeom>
          <a:solidFill>
            <a:srgbClr val="334B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C76821-98DC-7585-181F-8819F77596E7}"/>
              </a:ext>
            </a:extLst>
          </p:cNvPr>
          <p:cNvSpPr>
            <a:spLocks noGrp="1"/>
          </p:cNvSpPr>
          <p:nvPr/>
        </p:nvSpPr>
        <p:spPr>
          <a:xfrm>
            <a:off x="742950" y="3762375"/>
            <a:ext cx="3209925" cy="400050"/>
          </a:xfrm>
          <a:prstGeom prst="rect">
            <a:avLst/>
          </a:prstGeom>
          <a:solidFill>
            <a:srgbClr val="5568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C0566-CCB2-6C0C-96CD-E5D3D8CFF200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3209925" cy="400050"/>
          </a:xfrm>
          <a:prstGeom prst="rect">
            <a:avLst/>
          </a:prstGeom>
          <a:solidFill>
            <a:srgbClr val="7E7E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1D5681-0D3E-3984-50CF-B260E2E8EABB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3209925" cy="142875"/>
          </a:xfrm>
          <a:prstGeom prst="rect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lant remains">
            <a:extLst>
              <a:ext uri="{FF2B5EF4-FFF2-40B4-BE49-F238E27FC236}">
                <a16:creationId xmlns:a16="http://schemas.microsoft.com/office/drawing/2014/main" id="{996E27C4-75D9-5728-3B11-76681E9EE682}"/>
              </a:ext>
            </a:extLst>
          </p:cNvPr>
          <p:cNvSpPr>
            <a:spLocks noGrp="1"/>
          </p:cNvSpPr>
          <p:nvPr/>
        </p:nvSpPr>
        <p:spPr>
          <a:xfrm>
            <a:off x="819150" y="4791075"/>
            <a:ext cx="30956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Plant remains</a:t>
            </a:r>
          </a:p>
        </p:txBody>
      </p:sp>
      <p:sp>
        <p:nvSpPr>
          <p:cNvPr id="18" name="Dead plant material collects&#10;in waterlogged sediments.">
            <a:extLst>
              <a:ext uri="{FF2B5EF4-FFF2-40B4-BE49-F238E27FC236}">
                <a16:creationId xmlns:a16="http://schemas.microsoft.com/office/drawing/2014/main" id="{23983492-29D7-5096-4EFC-EC3362C009BA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Dead plant material collects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in waterlogged sediments.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881DCED8-B4BB-E6CA-99A0-0CE8DBD38D46}"/>
              </a:ext>
            </a:extLst>
          </p:cNvPr>
          <p:cNvSpPr>
            <a:spLocks noGrp="1"/>
          </p:cNvSpPr>
          <p:nvPr/>
        </p:nvSpPr>
        <p:spPr>
          <a:xfrm>
            <a:off x="4038600" y="3724275"/>
            <a:ext cx="381000" cy="22860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Burial in sediment">
            <a:extLst>
              <a:ext uri="{FF2B5EF4-FFF2-40B4-BE49-F238E27FC236}">
                <a16:creationId xmlns:a16="http://schemas.microsoft.com/office/drawing/2014/main" id="{EAF73879-D049-3506-2ED9-34E2D5A9EBE3}"/>
              </a:ext>
            </a:extLst>
          </p:cNvPr>
          <p:cNvSpPr>
            <a:spLocks noGrp="1"/>
          </p:cNvSpPr>
          <p:nvPr/>
        </p:nvSpPr>
        <p:spPr>
          <a:xfrm>
            <a:off x="4543425" y="20669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Burial in sediment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93C072-B9E6-A85D-CD30-F1D32A8A41A1}"/>
              </a:ext>
            </a:extLst>
          </p:cNvPr>
          <p:cNvSpPr>
            <a:spLocks noGrp="1"/>
          </p:cNvSpPr>
          <p:nvPr/>
        </p:nvSpPr>
        <p:spPr>
          <a:xfrm>
            <a:off x="4543425" y="2905125"/>
            <a:ext cx="3209925" cy="400050"/>
          </a:xfrm>
          <a:prstGeom prst="rect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D87923-AA79-6730-C0AE-0DF570827C60}"/>
              </a:ext>
            </a:extLst>
          </p:cNvPr>
          <p:cNvSpPr>
            <a:spLocks noGrp="1"/>
          </p:cNvSpPr>
          <p:nvPr/>
        </p:nvSpPr>
        <p:spPr>
          <a:xfrm>
            <a:off x="4543425" y="3333750"/>
            <a:ext cx="3209925" cy="400050"/>
          </a:xfrm>
          <a:prstGeom prst="rect">
            <a:avLst/>
          </a:prstGeom>
          <a:solidFill>
            <a:srgbClr val="334B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6FBBF7-FA5B-E57D-7670-F587EC331DE4}"/>
              </a:ext>
            </a:extLst>
          </p:cNvPr>
          <p:cNvSpPr>
            <a:spLocks noGrp="1"/>
          </p:cNvSpPr>
          <p:nvPr/>
        </p:nvSpPr>
        <p:spPr>
          <a:xfrm>
            <a:off x="4543425" y="3762375"/>
            <a:ext cx="3209925" cy="400050"/>
          </a:xfrm>
          <a:prstGeom prst="rect">
            <a:avLst/>
          </a:prstGeom>
          <a:solidFill>
            <a:srgbClr val="5568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4A75CA-AFDB-DA76-13B0-AB0E0D0BF898}"/>
              </a:ext>
            </a:extLst>
          </p:cNvPr>
          <p:cNvSpPr>
            <a:spLocks noGrp="1"/>
          </p:cNvSpPr>
          <p:nvPr/>
        </p:nvSpPr>
        <p:spPr>
          <a:xfrm>
            <a:off x="4543425" y="4191000"/>
            <a:ext cx="3209925" cy="400050"/>
          </a:xfrm>
          <a:prstGeom prst="rect">
            <a:avLst/>
          </a:prstGeom>
          <a:solidFill>
            <a:srgbClr val="7E7E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D8BB6C-A7AB-E4C2-01CF-B2F9253849F9}"/>
              </a:ext>
            </a:extLst>
          </p:cNvPr>
          <p:cNvSpPr>
            <a:spLocks noGrp="1"/>
          </p:cNvSpPr>
          <p:nvPr/>
        </p:nvSpPr>
        <p:spPr>
          <a:xfrm>
            <a:off x="4543425" y="3743325"/>
            <a:ext cx="3209925" cy="142875"/>
          </a:xfrm>
          <a:prstGeom prst="rect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Buried organic layer">
            <a:extLst>
              <a:ext uri="{FF2B5EF4-FFF2-40B4-BE49-F238E27FC236}">
                <a16:creationId xmlns:a16="http://schemas.microsoft.com/office/drawing/2014/main" id="{4D015CA2-7758-557D-3CD6-3D9E1DE606CF}"/>
              </a:ext>
            </a:extLst>
          </p:cNvPr>
          <p:cNvSpPr>
            <a:spLocks noGrp="1"/>
          </p:cNvSpPr>
          <p:nvPr/>
        </p:nvSpPr>
        <p:spPr>
          <a:xfrm>
            <a:off x="4619625" y="4791075"/>
            <a:ext cx="30956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Buried organic layer</a:t>
            </a:r>
          </a:p>
        </p:txBody>
      </p:sp>
      <p:sp>
        <p:nvSpPr>
          <p:cNvPr id="27" name="Sediment covers and compresses&#10;the organic-rich layer.">
            <a:extLst>
              <a:ext uri="{FF2B5EF4-FFF2-40B4-BE49-F238E27FC236}">
                <a16:creationId xmlns:a16="http://schemas.microsoft.com/office/drawing/2014/main" id="{50F9AAFD-C09E-D1A0-5344-978D438D3BA6}"/>
              </a:ext>
            </a:extLst>
          </p:cNvPr>
          <p:cNvSpPr>
            <a:spLocks noGrp="1"/>
          </p:cNvSpPr>
          <p:nvPr/>
        </p:nvSpPr>
        <p:spPr>
          <a:xfrm>
            <a:off x="4543425" y="52387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Sediment covers and compresses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organic-rich layer.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BC74F19A-E8B8-4A23-85D6-BDD6B1E670F4}"/>
              </a:ext>
            </a:extLst>
          </p:cNvPr>
          <p:cNvSpPr>
            <a:spLocks noGrp="1"/>
          </p:cNvSpPr>
          <p:nvPr/>
        </p:nvSpPr>
        <p:spPr>
          <a:xfrm>
            <a:off x="7839075" y="3724275"/>
            <a:ext cx="381000" cy="22860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Heat + pressure">
            <a:extLst>
              <a:ext uri="{FF2B5EF4-FFF2-40B4-BE49-F238E27FC236}">
                <a16:creationId xmlns:a16="http://schemas.microsoft.com/office/drawing/2014/main" id="{6A01C42B-4C53-B121-A7AA-35678ECA04A9}"/>
              </a:ext>
            </a:extLst>
          </p:cNvPr>
          <p:cNvSpPr>
            <a:spLocks noGrp="1"/>
          </p:cNvSpPr>
          <p:nvPr/>
        </p:nvSpPr>
        <p:spPr>
          <a:xfrm>
            <a:off x="8343900" y="20669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Heat + pressure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3668B4-1DC5-4FA2-FA8B-1079A68980DE}"/>
              </a:ext>
            </a:extLst>
          </p:cNvPr>
          <p:cNvSpPr>
            <a:spLocks noGrp="1"/>
          </p:cNvSpPr>
          <p:nvPr/>
        </p:nvSpPr>
        <p:spPr>
          <a:xfrm>
            <a:off x="8343900" y="2905125"/>
            <a:ext cx="3209925" cy="400050"/>
          </a:xfrm>
          <a:prstGeom prst="rect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7A9601-0AE0-3FC9-AADF-E9A13737B380}"/>
              </a:ext>
            </a:extLst>
          </p:cNvPr>
          <p:cNvSpPr>
            <a:spLocks noGrp="1"/>
          </p:cNvSpPr>
          <p:nvPr/>
        </p:nvSpPr>
        <p:spPr>
          <a:xfrm>
            <a:off x="8343900" y="3333750"/>
            <a:ext cx="3209925" cy="400050"/>
          </a:xfrm>
          <a:prstGeom prst="rect">
            <a:avLst/>
          </a:prstGeom>
          <a:solidFill>
            <a:srgbClr val="334B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D636F5-95E5-5826-93C5-D25648741EB3}"/>
              </a:ext>
            </a:extLst>
          </p:cNvPr>
          <p:cNvSpPr>
            <a:spLocks noGrp="1"/>
          </p:cNvSpPr>
          <p:nvPr/>
        </p:nvSpPr>
        <p:spPr>
          <a:xfrm>
            <a:off x="8343900" y="3762375"/>
            <a:ext cx="3209925" cy="400050"/>
          </a:xfrm>
          <a:prstGeom prst="rect">
            <a:avLst/>
          </a:prstGeom>
          <a:solidFill>
            <a:srgbClr val="5568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07B378-3B42-3841-AB83-845864BBA688}"/>
              </a:ext>
            </a:extLst>
          </p:cNvPr>
          <p:cNvSpPr>
            <a:spLocks noGrp="1"/>
          </p:cNvSpPr>
          <p:nvPr/>
        </p:nvSpPr>
        <p:spPr>
          <a:xfrm>
            <a:off x="8343900" y="4191000"/>
            <a:ext cx="3209925" cy="400050"/>
          </a:xfrm>
          <a:prstGeom prst="rect">
            <a:avLst/>
          </a:prstGeom>
          <a:solidFill>
            <a:srgbClr val="7E7E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14EE90-EA38-9852-1E14-DBE3766FE954}"/>
              </a:ext>
            </a:extLst>
          </p:cNvPr>
          <p:cNvSpPr>
            <a:spLocks noGrp="1"/>
          </p:cNvSpPr>
          <p:nvPr/>
        </p:nvSpPr>
        <p:spPr>
          <a:xfrm>
            <a:off x="8343900" y="4152900"/>
            <a:ext cx="3209925" cy="142875"/>
          </a:xfrm>
          <a:prstGeom prst="rect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Coal seam">
            <a:extLst>
              <a:ext uri="{FF2B5EF4-FFF2-40B4-BE49-F238E27FC236}">
                <a16:creationId xmlns:a16="http://schemas.microsoft.com/office/drawing/2014/main" id="{3C0D939E-C5F2-BEC8-1C4C-FEA6CDA8F642}"/>
              </a:ext>
            </a:extLst>
          </p:cNvPr>
          <p:cNvSpPr>
            <a:spLocks noGrp="1"/>
          </p:cNvSpPr>
          <p:nvPr/>
        </p:nvSpPr>
        <p:spPr>
          <a:xfrm>
            <a:off x="8420100" y="4791075"/>
            <a:ext cx="30956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Coal seam</a:t>
            </a:r>
          </a:p>
        </p:txBody>
      </p:sp>
      <p:sp>
        <p:nvSpPr>
          <p:cNvPr id="36" name="Deeper burial transforms the&#10;material into coal.">
            <a:extLst>
              <a:ext uri="{FF2B5EF4-FFF2-40B4-BE49-F238E27FC236}">
                <a16:creationId xmlns:a16="http://schemas.microsoft.com/office/drawing/2014/main" id="{E25D4DAD-D318-5297-AF10-5F27F6C9E180}"/>
              </a:ext>
            </a:extLst>
          </p:cNvPr>
          <p:cNvSpPr>
            <a:spLocks noGrp="1"/>
          </p:cNvSpPr>
          <p:nvPr/>
        </p:nvSpPr>
        <p:spPr>
          <a:xfrm>
            <a:off x="8343900" y="52387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Deeper burial transforms the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material into coal.</a:t>
            </a:r>
          </a:p>
        </p:txBody>
      </p:sp>
      <p:sp>
        <p:nvSpPr>
          <p:cNvPr id="37" name="Fig. 9.1, redrawn: plant remains buried in ancient swam">
            <a:extLst>
              <a:ext uri="{FF2B5EF4-FFF2-40B4-BE49-F238E27FC236}">
                <a16:creationId xmlns:a16="http://schemas.microsoft.com/office/drawing/2014/main" id="{A197ED01-0D2B-B3D0-9969-CF0687F6ABEF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9.1, redrawn: plant remains buried in ancient swamp sediments become coal over millions of years. Layers are schematic.</a:t>
            </a:r>
          </a:p>
        </p:txBody>
      </p:sp>
    </p:spTree>
    <p:extLst>
      <p:ext uri="{BB962C8B-B14F-4D97-AF65-F5344CB8AC3E}">
        <p14:creationId xmlns:p14="http://schemas.microsoft.com/office/powerpoint/2010/main" val="3677404313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25822-ABF6-1FCD-8924-F0E6E269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84984A-60EF-C9D8-8EB9-892586EF9BF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42FFBC-18F8-5ACC-B746-86687089C61E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09 / 64</a:t>
            </a:r>
          </a:p>
        </p:txBody>
      </p:sp>
      <p:sp>
        <p:nvSpPr>
          <p:cNvPr id="8" name="Coal grades differ in carbon and energy content">
            <a:extLst>
              <a:ext uri="{FF2B5EF4-FFF2-40B4-BE49-F238E27FC236}">
                <a16:creationId xmlns:a16="http://schemas.microsoft.com/office/drawing/2014/main" id="{C079CCFB-ADA4-4EEC-8188-82CEC4BC9ED6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Coal grades differ in carbon and energy content</a:t>
            </a:r>
          </a:p>
        </p:txBody>
      </p:sp>
      <p:sp>
        <p:nvSpPr>
          <p:cNvPr id="11" name="Energy content (kJ/kg) · approximate heights read from ">
            <a:extLst>
              <a:ext uri="{FF2B5EF4-FFF2-40B4-BE49-F238E27FC236}">
                <a16:creationId xmlns:a16="http://schemas.microsoft.com/office/drawing/2014/main" id="{492C55A6-236D-1C64-7EED-1B3A476F9830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10715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Energy content (kJ/kg) · approximate heights read from the book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8D04EE29-D1B5-A70D-485B-E0306290B0E9}"/>
              </a:ext>
            </a:extLst>
          </p:cNvPr>
          <p:cNvGraphicFramePr/>
          <p:nvPr/>
        </p:nvGraphicFramePr>
        <p:xfrm>
          <a:off x="714375" y="2428875"/>
          <a:ext cx="10715625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Carbon content and hardness increase across these grade">
            <a:extLst>
              <a:ext uri="{FF2B5EF4-FFF2-40B4-BE49-F238E27FC236}">
                <a16:creationId xmlns:a16="http://schemas.microsoft.com/office/drawing/2014/main" id="{40EF37DF-DD27-3410-3F89-9BF6AB6A4443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06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Carbon content and hardness increase across these grades.</a:t>
            </a:r>
          </a:p>
        </p:txBody>
      </p:sp>
      <p:sp>
        <p:nvSpPr>
          <p:cNvPr id="14" name="Fig. 9.2, redrawn approximately: energy content rises f">
            <a:extLst>
              <a:ext uri="{FF2B5EF4-FFF2-40B4-BE49-F238E27FC236}">
                <a16:creationId xmlns:a16="http://schemas.microsoft.com/office/drawing/2014/main" id="{3C250B3D-8F11-EDE0-1A91-9980BA38F842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9.2, redrawn approximately: energy content rises from lignite to bituminous coal, then decreases slightly for anthracite.</a:t>
            </a:r>
          </a:p>
        </p:txBody>
      </p:sp>
    </p:spTree>
    <p:extLst>
      <p:ext uri="{BB962C8B-B14F-4D97-AF65-F5344CB8AC3E}">
        <p14:creationId xmlns:p14="http://schemas.microsoft.com/office/powerpoint/2010/main" val="398570434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5CCCC-A4C1-3966-260B-B13323F8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F387B8-C5F6-DAE7-8997-25B498C8E31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25D9E0-0BAF-3D5A-071B-551880DD46B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10 / 64</a:t>
            </a:r>
          </a:p>
        </p:txBody>
      </p:sp>
      <p:sp>
        <p:nvSpPr>
          <p:cNvPr id="3" name="Coal reserves are geographically concentrated">
            <a:extLst>
              <a:ext uri="{FF2B5EF4-FFF2-40B4-BE49-F238E27FC236}">
                <a16:creationId xmlns:a16="http://schemas.microsoft.com/office/drawing/2014/main" id="{D6463072-448D-114B-03EF-6178AFE9A4C9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Coal reserves are geographically concentrated</a:t>
            </a:r>
          </a:p>
        </p:txBody>
      </p:sp>
      <p:sp>
        <p:nvSpPr>
          <p:cNvPr id="4" name="Share of global reserves (%) · 2008 book data · approxi">
            <a:extLst>
              <a:ext uri="{FF2B5EF4-FFF2-40B4-BE49-F238E27FC236}">
                <a16:creationId xmlns:a16="http://schemas.microsoft.com/office/drawing/2014/main" id="{0365656F-A59C-B152-F0D8-12BD828C8AD1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10715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Share of global reserves (%) · 2008 book data · approximate bar readings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C1518B1B-D806-C3BD-8690-6CA4330EFA6F}"/>
              </a:ext>
            </a:extLst>
          </p:cNvPr>
          <p:cNvGraphicFramePr/>
          <p:nvPr/>
        </p:nvGraphicFramePr>
        <p:xfrm>
          <a:off x="714375" y="2428875"/>
          <a:ext cx="10715625" cy="28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Nine countries hold more than 90% in the book’s dataset">
            <a:extLst>
              <a:ext uri="{FF2B5EF4-FFF2-40B4-BE49-F238E27FC236}">
                <a16:creationId xmlns:a16="http://schemas.microsoft.com/office/drawing/2014/main" id="{5B188388-65A0-7DE4-9905-C8356852CB5F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06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Nine countries hold more than 90% in the book’s dataset.</a:t>
            </a:r>
          </a:p>
        </p:txBody>
      </p:sp>
      <p:sp>
        <p:nvSpPr>
          <p:cNvPr id="7" name="Fig. 9.3, national panel redrawn: known coal reserves c">
            <a:extLst>
              <a:ext uri="{FF2B5EF4-FFF2-40B4-BE49-F238E27FC236}">
                <a16:creationId xmlns:a16="http://schemas.microsoft.com/office/drawing/2014/main" id="{98445994-555F-384B-BE59-DD62E4B8F1E5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9.3, national panel redrawn: known coal reserves cluster in a small number of countries. Regional pie/map omitted; full reference remains in the book.</a:t>
            </a:r>
          </a:p>
        </p:txBody>
      </p:sp>
    </p:spTree>
    <p:extLst>
      <p:ext uri="{BB962C8B-B14F-4D97-AF65-F5344CB8AC3E}">
        <p14:creationId xmlns:p14="http://schemas.microsoft.com/office/powerpoint/2010/main" val="1599435418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EE99F-886D-FC9E-8FF2-10A7DED4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6B9800-3645-F5CA-AEF5-3329AB88C14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81BF0D-6C46-DD3C-A34D-3D86E7DB8BD9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11 / 64</a:t>
            </a:r>
          </a:p>
        </p:txBody>
      </p:sp>
      <p:sp>
        <p:nvSpPr>
          <p:cNvPr id="10" name="REBUILT9_title">
            <a:extLst>
              <a:ext uri="{FF2B5EF4-FFF2-40B4-BE49-F238E27FC236}">
                <a16:creationId xmlns:a16="http://schemas.microsoft.com/office/drawing/2014/main" id="{4D76592F-1963-432A-B3BA-05432AABDA3A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Regional coal reserves</a:t>
            </a:r>
          </a:p>
        </p:txBody>
      </p:sp>
      <p:sp>
        <p:nvSpPr>
          <p:cNvPr id="11" name="REBUILT9_year">
            <a:extLst>
              <a:ext uri="{FF2B5EF4-FFF2-40B4-BE49-F238E27FC236}">
                <a16:creationId xmlns:a16="http://schemas.microsoft.com/office/drawing/2014/main" id="{9B9941D5-1EB5-419E-99CB-F15B1ADD4E78}"/>
              </a:ext>
            </a:extLst>
          </p:cNvPr>
          <p:cNvSpPr>
            <a:spLocks noGrp="1"/>
          </p:cNvSpPr>
          <p:nvPr/>
        </p:nvSpPr>
        <p:spPr>
          <a:xfrm>
            <a:off x="647700" y="168592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7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Regional shares in the book’s 2008 dataset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A3A65866-1AEC-4637-BA3E-F73A86036E75}"/>
              </a:ext>
            </a:extLst>
          </p:cNvPr>
          <p:cNvGraphicFramePr/>
          <p:nvPr/>
        </p:nvGraphicFramePr>
        <p:xfrm>
          <a:off x="714375" y="2038350"/>
          <a:ext cx="1057275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BUILT9_takeaway">
            <a:extLst>
              <a:ext uri="{FF2B5EF4-FFF2-40B4-BE49-F238E27FC236}">
                <a16:creationId xmlns:a16="http://schemas.microsoft.com/office/drawing/2014/main" id="{D9FA70FE-96A9-4B12-BAC2-8612192B79E3}"/>
              </a:ext>
            </a:extLst>
          </p:cNvPr>
          <p:cNvSpPr>
            <a:spLocks noGrp="1"/>
          </p:cNvSpPr>
          <p:nvPr/>
        </p:nvSpPr>
        <p:spPr>
          <a:xfrm>
            <a:off x="723900" y="5857875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Most coal reserves lie in Northern Eurasia, Asia Pacific and North America.</a:t>
            </a:r>
          </a:p>
        </p:txBody>
      </p:sp>
      <p:sp>
        <p:nvSpPr>
          <p:cNvPr id="14" name="REBUILT9_caption">
            <a:extLst>
              <a:ext uri="{FF2B5EF4-FFF2-40B4-BE49-F238E27FC236}">
                <a16:creationId xmlns:a16="http://schemas.microsoft.com/office/drawing/2014/main" id="{8FBE32EE-8EB2-4DE6-BD5B-3862A5E2F2D8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15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9.3, reconstructed. Approximate slice sizes read from the printed pie; not exact source percentages.</a:t>
            </a:r>
          </a:p>
        </p:txBody>
      </p:sp>
    </p:spTree>
    <p:extLst>
      <p:ext uri="{BB962C8B-B14F-4D97-AF65-F5344CB8AC3E}">
        <p14:creationId xmlns:p14="http://schemas.microsoft.com/office/powerpoint/2010/main" val="975471058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847FD-8E47-BDCA-19A9-FACB9700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EB02F6-CE66-C8F3-C9FD-7DA785EAD34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E324E5-DAED-2167-AA54-2ECCEB61F9E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12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7963BD-3B55-A04F-1FC9-0AE881DC0577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fuels, ancient chemical energy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657CAB-D2B6-47AC-B732-9DF3BED20EFD}"/>
              </a:ext>
            </a:extLst>
          </p:cNvPr>
          <p:cNvSpPr>
            <a:spLocks noGrp="1"/>
          </p:cNvSpPr>
          <p:nvPr/>
        </p:nvSpPr>
        <p:spPr>
          <a:xfrm>
            <a:off x="647700" y="45434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Natural gas: predominantly methane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13C49C-AADA-3691-88DB-3BF3FB5FC932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chemeClr val="bg1"/>
                </a:solidFill>
                <a:latin typeface="Arial"/>
                <a:cs typeface="Arial"/>
              </a:rPr>
              <a:t>Coal: buried plant materia</a:t>
            </a:r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endParaRPr sz="2400" b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F92D07-2B49-0774-200A-C1F64C497323}"/>
              </a:ext>
            </a:extLst>
          </p:cNvPr>
          <p:cNvSpPr>
            <a:spLocks noGrp="1"/>
          </p:cNvSpPr>
          <p:nvPr/>
        </p:nvSpPr>
        <p:spPr>
          <a:xfrm>
            <a:off x="647700" y="36290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FFBD82"/>
                </a:solidFill>
                <a:latin typeface="Arial"/>
                <a:ea typeface="Arial"/>
                <a:cs typeface="Arial"/>
              </a:rPr>
              <a:t>Oil: transformed organic matter</a:t>
            </a:r>
          </a:p>
        </p:txBody>
      </p:sp>
    </p:spTree>
    <p:extLst>
      <p:ext uri="{BB962C8B-B14F-4D97-AF65-F5344CB8AC3E}">
        <p14:creationId xmlns:p14="http://schemas.microsoft.com/office/powerpoint/2010/main" val="2691815746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36BEA-899E-4A01-5195-9B131802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C4B508-7731-6B47-C8EE-3CE9C4A2B55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4EA3F1-22D5-09BB-4075-EE7E6017201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13 / 64</a:t>
            </a:r>
          </a:p>
        </p:txBody>
      </p:sp>
      <p:sp>
        <p:nvSpPr>
          <p:cNvPr id="4" name="Petroleum formation: buried marine organisms">
            <a:extLst>
              <a:ext uri="{FF2B5EF4-FFF2-40B4-BE49-F238E27FC236}">
                <a16:creationId xmlns:a16="http://schemas.microsoft.com/office/drawing/2014/main" id="{E5F969B2-DF37-2B5E-5682-9944A8BFB174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Petroleum formation: buried marine organisms</a:t>
            </a:r>
          </a:p>
        </p:txBody>
      </p:sp>
      <p:sp>
        <p:nvSpPr>
          <p:cNvPr id="5" name="Marine organisms">
            <a:extLst>
              <a:ext uri="{FF2B5EF4-FFF2-40B4-BE49-F238E27FC236}">
                <a16:creationId xmlns:a16="http://schemas.microsoft.com/office/drawing/2014/main" id="{794B333C-84CF-4530-A237-2F51DB512F5B}"/>
              </a:ext>
            </a:extLst>
          </p:cNvPr>
          <p:cNvSpPr>
            <a:spLocks noGrp="1"/>
          </p:cNvSpPr>
          <p:nvPr/>
        </p:nvSpPr>
        <p:spPr>
          <a:xfrm>
            <a:off x="742950" y="20669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Marine organisms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D7B10A-9302-9A04-194E-CE8D2DE0B5E7}"/>
              </a:ext>
            </a:extLst>
          </p:cNvPr>
          <p:cNvSpPr>
            <a:spLocks noGrp="1"/>
          </p:cNvSpPr>
          <p:nvPr/>
        </p:nvSpPr>
        <p:spPr>
          <a:xfrm>
            <a:off x="742950" y="2905125"/>
            <a:ext cx="3209925" cy="400050"/>
          </a:xfrm>
          <a:prstGeom prst="rect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E94FD8-5031-2749-AADE-FE50F1861E14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3209925" cy="400050"/>
          </a:xfrm>
          <a:prstGeom prst="rect">
            <a:avLst/>
          </a:prstGeom>
          <a:solidFill>
            <a:srgbClr val="334B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6EA4D-49F8-6A66-7873-5B0F07214E12}"/>
              </a:ext>
            </a:extLst>
          </p:cNvPr>
          <p:cNvSpPr>
            <a:spLocks noGrp="1"/>
          </p:cNvSpPr>
          <p:nvPr/>
        </p:nvSpPr>
        <p:spPr>
          <a:xfrm>
            <a:off x="742950" y="3762375"/>
            <a:ext cx="3209925" cy="400050"/>
          </a:xfrm>
          <a:prstGeom prst="rect">
            <a:avLst/>
          </a:prstGeom>
          <a:solidFill>
            <a:srgbClr val="5568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8C7F-AB47-9981-B640-E8694AB76C61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3209925" cy="400050"/>
          </a:xfrm>
          <a:prstGeom prst="rect">
            <a:avLst/>
          </a:prstGeom>
          <a:solidFill>
            <a:srgbClr val="7E7E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599D6D-4CC6-8B5A-01C7-F44E1D9106BE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3209925" cy="200025"/>
          </a:xfrm>
          <a:prstGeom prst="rect">
            <a:avLst/>
          </a:prstGeom>
          <a:solidFill>
            <a:srgbClr val="F7D6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Organic remains">
            <a:extLst>
              <a:ext uri="{FF2B5EF4-FFF2-40B4-BE49-F238E27FC236}">
                <a16:creationId xmlns:a16="http://schemas.microsoft.com/office/drawing/2014/main" id="{09D8B335-5FBA-A7B9-A04C-86829CE1D540}"/>
              </a:ext>
            </a:extLst>
          </p:cNvPr>
          <p:cNvSpPr>
            <a:spLocks noGrp="1"/>
          </p:cNvSpPr>
          <p:nvPr/>
        </p:nvSpPr>
        <p:spPr>
          <a:xfrm>
            <a:off x="819150" y="4791075"/>
            <a:ext cx="30956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D675"/>
                </a:solidFill>
                <a:latin typeface="Arial"/>
                <a:ea typeface="Arial"/>
                <a:cs typeface="Arial"/>
              </a:rPr>
              <a:t>Organic remains</a:t>
            </a:r>
          </a:p>
        </p:txBody>
      </p:sp>
      <p:sp>
        <p:nvSpPr>
          <p:cNvPr id="18" name="Algae and zooplankton settle&#10;to the seafloor.">
            <a:extLst>
              <a:ext uri="{FF2B5EF4-FFF2-40B4-BE49-F238E27FC236}">
                <a16:creationId xmlns:a16="http://schemas.microsoft.com/office/drawing/2014/main" id="{C191842D-9D5B-E919-A9AF-BBCC8047241F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Algae and zooplankton settle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to the seafloor.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B79ED750-FCF1-6D7E-1760-C77A4B9DD6A4}"/>
              </a:ext>
            </a:extLst>
          </p:cNvPr>
          <p:cNvSpPr>
            <a:spLocks noGrp="1"/>
          </p:cNvSpPr>
          <p:nvPr/>
        </p:nvSpPr>
        <p:spPr>
          <a:xfrm>
            <a:off x="4038600" y="3724275"/>
            <a:ext cx="381000" cy="22860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Burial in sediment">
            <a:extLst>
              <a:ext uri="{FF2B5EF4-FFF2-40B4-BE49-F238E27FC236}">
                <a16:creationId xmlns:a16="http://schemas.microsoft.com/office/drawing/2014/main" id="{1CDC54EA-374B-E600-371C-15100BFF7E6E}"/>
              </a:ext>
            </a:extLst>
          </p:cNvPr>
          <p:cNvSpPr>
            <a:spLocks noGrp="1"/>
          </p:cNvSpPr>
          <p:nvPr/>
        </p:nvSpPr>
        <p:spPr>
          <a:xfrm>
            <a:off x="4543425" y="20669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Burial in sediment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C61BDA-EB0C-14AA-523E-48BCA200AECA}"/>
              </a:ext>
            </a:extLst>
          </p:cNvPr>
          <p:cNvSpPr>
            <a:spLocks noGrp="1"/>
          </p:cNvSpPr>
          <p:nvPr/>
        </p:nvSpPr>
        <p:spPr>
          <a:xfrm>
            <a:off x="4543425" y="2905125"/>
            <a:ext cx="3209925" cy="400050"/>
          </a:xfrm>
          <a:prstGeom prst="rect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051C8B-A53A-5304-61BF-E873E4DEB483}"/>
              </a:ext>
            </a:extLst>
          </p:cNvPr>
          <p:cNvSpPr>
            <a:spLocks noGrp="1"/>
          </p:cNvSpPr>
          <p:nvPr/>
        </p:nvSpPr>
        <p:spPr>
          <a:xfrm>
            <a:off x="4543425" y="3333750"/>
            <a:ext cx="3209925" cy="400050"/>
          </a:xfrm>
          <a:prstGeom prst="rect">
            <a:avLst/>
          </a:prstGeom>
          <a:solidFill>
            <a:srgbClr val="334B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A5110E-D15C-9557-1048-ED568B0F47B8}"/>
              </a:ext>
            </a:extLst>
          </p:cNvPr>
          <p:cNvSpPr>
            <a:spLocks noGrp="1"/>
          </p:cNvSpPr>
          <p:nvPr/>
        </p:nvSpPr>
        <p:spPr>
          <a:xfrm>
            <a:off x="4543425" y="3762375"/>
            <a:ext cx="3209925" cy="400050"/>
          </a:xfrm>
          <a:prstGeom prst="rect">
            <a:avLst/>
          </a:prstGeom>
          <a:solidFill>
            <a:srgbClr val="5568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5A8DA3-A213-79BC-CF30-71083FAF3F91}"/>
              </a:ext>
            </a:extLst>
          </p:cNvPr>
          <p:cNvSpPr>
            <a:spLocks noGrp="1"/>
          </p:cNvSpPr>
          <p:nvPr/>
        </p:nvSpPr>
        <p:spPr>
          <a:xfrm>
            <a:off x="4543425" y="4191000"/>
            <a:ext cx="3209925" cy="400050"/>
          </a:xfrm>
          <a:prstGeom prst="rect">
            <a:avLst/>
          </a:prstGeom>
          <a:solidFill>
            <a:srgbClr val="7E7E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93A1CB-5678-1A89-9E81-976BAE3A686F}"/>
              </a:ext>
            </a:extLst>
          </p:cNvPr>
          <p:cNvSpPr>
            <a:spLocks noGrp="1"/>
          </p:cNvSpPr>
          <p:nvPr/>
        </p:nvSpPr>
        <p:spPr>
          <a:xfrm>
            <a:off x="4543425" y="3743325"/>
            <a:ext cx="3209925" cy="200025"/>
          </a:xfrm>
          <a:prstGeom prst="rect">
            <a:avLst/>
          </a:prstGeom>
          <a:solidFill>
            <a:srgbClr val="F7D6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Buried organic layer">
            <a:extLst>
              <a:ext uri="{FF2B5EF4-FFF2-40B4-BE49-F238E27FC236}">
                <a16:creationId xmlns:a16="http://schemas.microsoft.com/office/drawing/2014/main" id="{762BD798-1DCA-BD33-3DFB-60E737E1983C}"/>
              </a:ext>
            </a:extLst>
          </p:cNvPr>
          <p:cNvSpPr>
            <a:spLocks noGrp="1"/>
          </p:cNvSpPr>
          <p:nvPr/>
        </p:nvSpPr>
        <p:spPr>
          <a:xfrm>
            <a:off x="4619625" y="4791075"/>
            <a:ext cx="30956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D675"/>
                </a:solidFill>
                <a:latin typeface="Arial"/>
                <a:ea typeface="Arial"/>
                <a:cs typeface="Arial"/>
              </a:rPr>
              <a:t>Buried organic layer</a:t>
            </a:r>
          </a:p>
        </p:txBody>
      </p:sp>
      <p:sp>
        <p:nvSpPr>
          <p:cNvPr id="27" name="Organic-rich material becomes&#10;buried under layers of ro">
            <a:extLst>
              <a:ext uri="{FF2B5EF4-FFF2-40B4-BE49-F238E27FC236}">
                <a16:creationId xmlns:a16="http://schemas.microsoft.com/office/drawing/2014/main" id="{DF6B2824-28B8-D383-3236-7A7A86B33346}"/>
              </a:ext>
            </a:extLst>
          </p:cNvPr>
          <p:cNvSpPr>
            <a:spLocks noGrp="1"/>
          </p:cNvSpPr>
          <p:nvPr/>
        </p:nvSpPr>
        <p:spPr>
          <a:xfrm>
            <a:off x="4543425" y="52387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Organic-rich material becomes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buried under layers of rock.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890906A8-DF0D-8A8C-26BE-E53D4ED9666E}"/>
              </a:ext>
            </a:extLst>
          </p:cNvPr>
          <p:cNvSpPr>
            <a:spLocks noGrp="1"/>
          </p:cNvSpPr>
          <p:nvPr/>
        </p:nvSpPr>
        <p:spPr>
          <a:xfrm>
            <a:off x="7839075" y="3724275"/>
            <a:ext cx="381000" cy="22860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Heat + pressure">
            <a:extLst>
              <a:ext uri="{FF2B5EF4-FFF2-40B4-BE49-F238E27FC236}">
                <a16:creationId xmlns:a16="http://schemas.microsoft.com/office/drawing/2014/main" id="{ABCB5F01-42E7-1FF8-8923-DB66145C12CD}"/>
              </a:ext>
            </a:extLst>
          </p:cNvPr>
          <p:cNvSpPr>
            <a:spLocks noGrp="1"/>
          </p:cNvSpPr>
          <p:nvPr/>
        </p:nvSpPr>
        <p:spPr>
          <a:xfrm>
            <a:off x="8343900" y="20669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Heat + pressure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03BB23-E825-70CD-72C4-7066CAE87EEC}"/>
              </a:ext>
            </a:extLst>
          </p:cNvPr>
          <p:cNvSpPr>
            <a:spLocks noGrp="1"/>
          </p:cNvSpPr>
          <p:nvPr/>
        </p:nvSpPr>
        <p:spPr>
          <a:xfrm>
            <a:off x="8343900" y="2905125"/>
            <a:ext cx="3209925" cy="400050"/>
          </a:xfrm>
          <a:prstGeom prst="rect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CB296A-7CD4-87C5-CF45-81E4C51AF649}"/>
              </a:ext>
            </a:extLst>
          </p:cNvPr>
          <p:cNvSpPr>
            <a:spLocks noGrp="1"/>
          </p:cNvSpPr>
          <p:nvPr/>
        </p:nvSpPr>
        <p:spPr>
          <a:xfrm>
            <a:off x="8343900" y="3333750"/>
            <a:ext cx="3209925" cy="400050"/>
          </a:xfrm>
          <a:prstGeom prst="rect">
            <a:avLst/>
          </a:prstGeom>
          <a:solidFill>
            <a:srgbClr val="334B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0A1D64-457E-931A-FBA0-A0E4678A8C14}"/>
              </a:ext>
            </a:extLst>
          </p:cNvPr>
          <p:cNvSpPr>
            <a:spLocks noGrp="1"/>
          </p:cNvSpPr>
          <p:nvPr/>
        </p:nvSpPr>
        <p:spPr>
          <a:xfrm>
            <a:off x="8343900" y="3762375"/>
            <a:ext cx="3209925" cy="400050"/>
          </a:xfrm>
          <a:prstGeom prst="rect">
            <a:avLst/>
          </a:prstGeom>
          <a:solidFill>
            <a:srgbClr val="5568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F8167A-A7D1-3DE5-2579-6D44CC4498EA}"/>
              </a:ext>
            </a:extLst>
          </p:cNvPr>
          <p:cNvSpPr>
            <a:spLocks noGrp="1"/>
          </p:cNvSpPr>
          <p:nvPr/>
        </p:nvSpPr>
        <p:spPr>
          <a:xfrm>
            <a:off x="8343900" y="4191000"/>
            <a:ext cx="3209925" cy="400050"/>
          </a:xfrm>
          <a:prstGeom prst="rect">
            <a:avLst/>
          </a:prstGeom>
          <a:solidFill>
            <a:srgbClr val="7E7E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67844E-8E7A-2E11-786E-D1E682CF14D2}"/>
              </a:ext>
            </a:extLst>
          </p:cNvPr>
          <p:cNvSpPr>
            <a:spLocks noGrp="1"/>
          </p:cNvSpPr>
          <p:nvPr/>
        </p:nvSpPr>
        <p:spPr>
          <a:xfrm>
            <a:off x="8343900" y="4152900"/>
            <a:ext cx="3209925" cy="200025"/>
          </a:xfrm>
          <a:prstGeom prst="rect">
            <a:avLst/>
          </a:prstGeom>
          <a:solidFill>
            <a:srgbClr val="F7D6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Petroleum">
            <a:extLst>
              <a:ext uri="{FF2B5EF4-FFF2-40B4-BE49-F238E27FC236}">
                <a16:creationId xmlns:a16="http://schemas.microsoft.com/office/drawing/2014/main" id="{836D1E3C-85E3-CF83-2F19-0C8A0880F54D}"/>
              </a:ext>
            </a:extLst>
          </p:cNvPr>
          <p:cNvSpPr>
            <a:spLocks noGrp="1"/>
          </p:cNvSpPr>
          <p:nvPr/>
        </p:nvSpPr>
        <p:spPr>
          <a:xfrm>
            <a:off x="8420100" y="4791075"/>
            <a:ext cx="30956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D675"/>
                </a:solidFill>
                <a:latin typeface="Arial"/>
                <a:ea typeface="Arial"/>
                <a:cs typeface="Arial"/>
              </a:rPr>
              <a:t>Petroleum</a:t>
            </a:r>
          </a:p>
        </p:txBody>
      </p:sp>
      <p:sp>
        <p:nvSpPr>
          <p:cNvPr id="36" name="Kerogen transforms into oil&#10;over millions of years.">
            <a:extLst>
              <a:ext uri="{FF2B5EF4-FFF2-40B4-BE49-F238E27FC236}">
                <a16:creationId xmlns:a16="http://schemas.microsoft.com/office/drawing/2014/main" id="{0564E128-BEF8-49D7-5837-6A40C941AEF7}"/>
              </a:ext>
            </a:extLst>
          </p:cNvPr>
          <p:cNvSpPr>
            <a:spLocks noGrp="1"/>
          </p:cNvSpPr>
          <p:nvPr/>
        </p:nvSpPr>
        <p:spPr>
          <a:xfrm>
            <a:off x="8343900" y="52387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Kerogen transforms into oil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over millions of years.</a:t>
            </a:r>
          </a:p>
        </p:txBody>
      </p:sp>
      <p:sp>
        <p:nvSpPr>
          <p:cNvPr id="37" name="Fig. 9.4, redrawn: petroleum originates from buried mar">
            <a:extLst>
              <a:ext uri="{FF2B5EF4-FFF2-40B4-BE49-F238E27FC236}">
                <a16:creationId xmlns:a16="http://schemas.microsoft.com/office/drawing/2014/main" id="{599B6735-82F5-D246-AE8E-AE438136BC49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9.4, redrawn: petroleum originates from buried marine organisms transformed over millions of years. Layers are schematic.</a:t>
            </a:r>
          </a:p>
        </p:txBody>
      </p:sp>
    </p:spTree>
    <p:extLst>
      <p:ext uri="{BB962C8B-B14F-4D97-AF65-F5344CB8AC3E}">
        <p14:creationId xmlns:p14="http://schemas.microsoft.com/office/powerpoint/2010/main" val="461743630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4C37A-3D09-1ABE-745A-65BE4BAB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41B946-B5BA-C67C-3A52-39A8F30A609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996A0C-1C30-DFA6-DBA4-A3FA13DD443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15 / 64</a:t>
            </a:r>
          </a:p>
        </p:txBody>
      </p:sp>
      <p:sp>
        <p:nvSpPr>
          <p:cNvPr id="3" name="Oil refining separates useful fractions">
            <a:extLst>
              <a:ext uri="{FF2B5EF4-FFF2-40B4-BE49-F238E27FC236}">
                <a16:creationId xmlns:a16="http://schemas.microsoft.com/office/drawing/2014/main" id="{138A1E06-208A-5B29-99DF-7B190C7DF973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Oil refining separates useful fractions</a:t>
            </a:r>
          </a:p>
        </p:txBody>
      </p:sp>
      <p:sp>
        <p:nvSpPr>
          <p:cNvPr id="6" name="Cooler at the top">
            <a:extLst>
              <a:ext uri="{FF2B5EF4-FFF2-40B4-BE49-F238E27FC236}">
                <a16:creationId xmlns:a16="http://schemas.microsoft.com/office/drawing/2014/main" id="{6CDC32AE-CDD4-3C13-0AB9-8E5EA171CC1E}"/>
              </a:ext>
            </a:extLst>
          </p:cNvPr>
          <p:cNvSpPr>
            <a:spLocks noGrp="1"/>
          </p:cNvSpPr>
          <p:nvPr/>
        </p:nvSpPr>
        <p:spPr>
          <a:xfrm>
            <a:off x="733425" y="2133600"/>
            <a:ext cx="28003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Cooler at the top</a:t>
            </a:r>
          </a:p>
        </p:txBody>
      </p:sp>
      <p:sp>
        <p:nvSpPr>
          <p:cNvPr id="7" name="Hotter at the bottom">
            <a:extLst>
              <a:ext uri="{FF2B5EF4-FFF2-40B4-BE49-F238E27FC236}">
                <a16:creationId xmlns:a16="http://schemas.microsoft.com/office/drawing/2014/main" id="{A89ED4D6-D5DD-6290-FCE0-E358B4B6235C}"/>
              </a:ext>
            </a:extLst>
          </p:cNvPr>
          <p:cNvSpPr>
            <a:spLocks noGrp="1"/>
          </p:cNvSpPr>
          <p:nvPr/>
        </p:nvSpPr>
        <p:spPr>
          <a:xfrm>
            <a:off x="733425" y="5267325"/>
            <a:ext cx="284797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Hotter at the bottom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5DEED7-5816-ADEB-6E9F-2483872CB131}"/>
              </a:ext>
            </a:extLst>
          </p:cNvPr>
          <p:cNvSpPr>
            <a:spLocks noGrp="1"/>
          </p:cNvSpPr>
          <p:nvPr/>
        </p:nvSpPr>
        <p:spPr>
          <a:xfrm>
            <a:off x="3924300" y="2047875"/>
            <a:ext cx="1905000" cy="419100"/>
          </a:xfrm>
          <a:prstGeom prst="rect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17B50915-FB3F-5A3C-720E-1D79C47A18A7}"/>
              </a:ext>
            </a:extLst>
          </p:cNvPr>
          <p:cNvSpPr>
            <a:spLocks noGrp="1"/>
          </p:cNvSpPr>
          <p:nvPr/>
        </p:nvSpPr>
        <p:spPr>
          <a:xfrm>
            <a:off x="5905500" y="2171700"/>
            <a:ext cx="628650" cy="142875"/>
          </a:xfrm>
          <a:prstGeom prst="right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Gases">
            <a:extLst>
              <a:ext uri="{FF2B5EF4-FFF2-40B4-BE49-F238E27FC236}">
                <a16:creationId xmlns:a16="http://schemas.microsoft.com/office/drawing/2014/main" id="{F92F6706-BC9D-0F04-F951-C0BF0E5277E5}"/>
              </a:ext>
            </a:extLst>
          </p:cNvPr>
          <p:cNvSpPr>
            <a:spLocks noGrp="1"/>
          </p:cNvSpPr>
          <p:nvPr/>
        </p:nvSpPr>
        <p:spPr>
          <a:xfrm>
            <a:off x="6753225" y="2047875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Gases</a:t>
            </a:r>
          </a:p>
        </p:txBody>
      </p:sp>
      <p:sp>
        <p:nvSpPr>
          <p:cNvPr id="38" name="LPG">
            <a:extLst>
              <a:ext uri="{FF2B5EF4-FFF2-40B4-BE49-F238E27FC236}">
                <a16:creationId xmlns:a16="http://schemas.microsoft.com/office/drawing/2014/main" id="{213CE4D8-E5EE-59D4-696A-E7549A08A3F3}"/>
              </a:ext>
            </a:extLst>
          </p:cNvPr>
          <p:cNvSpPr>
            <a:spLocks noGrp="1"/>
          </p:cNvSpPr>
          <p:nvPr/>
        </p:nvSpPr>
        <p:spPr>
          <a:xfrm>
            <a:off x="8972550" y="2047875"/>
            <a:ext cx="26003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LPG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D0CB77B-71FF-E6F7-C557-08351A23F76B}"/>
              </a:ext>
            </a:extLst>
          </p:cNvPr>
          <p:cNvSpPr>
            <a:spLocks noGrp="1"/>
          </p:cNvSpPr>
          <p:nvPr/>
        </p:nvSpPr>
        <p:spPr>
          <a:xfrm>
            <a:off x="3924300" y="2514600"/>
            <a:ext cx="1905000" cy="419100"/>
          </a:xfrm>
          <a:prstGeom prst="rect">
            <a:avLst/>
          </a:prstGeom>
          <a:solidFill>
            <a:srgbClr val="76CEC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2AF07F30-3F43-D86C-A57D-9F5B0896B5D6}"/>
              </a:ext>
            </a:extLst>
          </p:cNvPr>
          <p:cNvSpPr>
            <a:spLocks noGrp="1"/>
          </p:cNvSpPr>
          <p:nvPr/>
        </p:nvSpPr>
        <p:spPr>
          <a:xfrm>
            <a:off x="5905500" y="2638425"/>
            <a:ext cx="628650" cy="142875"/>
          </a:xfrm>
          <a:prstGeom prst="rightArrow">
            <a:avLst/>
          </a:prstGeom>
          <a:solidFill>
            <a:srgbClr val="76CEC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Naphtha">
            <a:extLst>
              <a:ext uri="{FF2B5EF4-FFF2-40B4-BE49-F238E27FC236}">
                <a16:creationId xmlns:a16="http://schemas.microsoft.com/office/drawing/2014/main" id="{76F27B74-09B1-5DD7-B6D0-9B5588002A3E}"/>
              </a:ext>
            </a:extLst>
          </p:cNvPr>
          <p:cNvSpPr>
            <a:spLocks noGrp="1"/>
          </p:cNvSpPr>
          <p:nvPr/>
        </p:nvSpPr>
        <p:spPr>
          <a:xfrm>
            <a:off x="6753225" y="25146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76CEC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76CEC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CEC3"/>
                </a:solidFill>
                <a:latin typeface="Arial"/>
                <a:ea typeface="Arial"/>
                <a:cs typeface="Arial"/>
              </a:rPr>
              <a:t>Naphtha</a:t>
            </a:r>
          </a:p>
        </p:txBody>
      </p:sp>
      <p:sp>
        <p:nvSpPr>
          <p:cNvPr id="42" name="Chemical feedstocks">
            <a:extLst>
              <a:ext uri="{FF2B5EF4-FFF2-40B4-BE49-F238E27FC236}">
                <a16:creationId xmlns:a16="http://schemas.microsoft.com/office/drawing/2014/main" id="{367D94B4-9929-32C6-B3C3-FD418366E518}"/>
              </a:ext>
            </a:extLst>
          </p:cNvPr>
          <p:cNvSpPr>
            <a:spLocks noGrp="1"/>
          </p:cNvSpPr>
          <p:nvPr/>
        </p:nvSpPr>
        <p:spPr>
          <a:xfrm>
            <a:off x="8972550" y="2514600"/>
            <a:ext cx="26003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Chemical feedstocks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122944-13B1-12FD-4086-DEBD40845260}"/>
              </a:ext>
            </a:extLst>
          </p:cNvPr>
          <p:cNvSpPr>
            <a:spLocks noGrp="1"/>
          </p:cNvSpPr>
          <p:nvPr/>
        </p:nvSpPr>
        <p:spPr>
          <a:xfrm>
            <a:off x="3924300" y="2981325"/>
            <a:ext cx="1905000" cy="419100"/>
          </a:xfrm>
          <a:prstGeom prst="rect">
            <a:avLst/>
          </a:prstGeom>
          <a:solidFill>
            <a:srgbClr val="91CF9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7DB1C86C-F785-4A28-DFCE-C42270705AD9}"/>
              </a:ext>
            </a:extLst>
          </p:cNvPr>
          <p:cNvSpPr>
            <a:spLocks noGrp="1"/>
          </p:cNvSpPr>
          <p:nvPr/>
        </p:nvSpPr>
        <p:spPr>
          <a:xfrm>
            <a:off x="5905500" y="3105150"/>
            <a:ext cx="628650" cy="142875"/>
          </a:xfrm>
          <a:prstGeom prst="rightArrow">
            <a:avLst/>
          </a:prstGeom>
          <a:solidFill>
            <a:srgbClr val="91CF9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Gasoline">
            <a:extLst>
              <a:ext uri="{FF2B5EF4-FFF2-40B4-BE49-F238E27FC236}">
                <a16:creationId xmlns:a16="http://schemas.microsoft.com/office/drawing/2014/main" id="{FE9C1EBF-8557-24CF-E6F6-07EB9AB52FC8}"/>
              </a:ext>
            </a:extLst>
          </p:cNvPr>
          <p:cNvSpPr>
            <a:spLocks noGrp="1"/>
          </p:cNvSpPr>
          <p:nvPr/>
        </p:nvSpPr>
        <p:spPr>
          <a:xfrm>
            <a:off x="6753225" y="2981325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91CF9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91CF9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1CF9E"/>
                </a:solidFill>
                <a:latin typeface="Arial"/>
                <a:ea typeface="Arial"/>
                <a:cs typeface="Arial"/>
              </a:rPr>
              <a:t>Gasoline</a:t>
            </a:r>
          </a:p>
        </p:txBody>
      </p:sp>
      <p:sp>
        <p:nvSpPr>
          <p:cNvPr id="46" name="Vehicles">
            <a:extLst>
              <a:ext uri="{FF2B5EF4-FFF2-40B4-BE49-F238E27FC236}">
                <a16:creationId xmlns:a16="http://schemas.microsoft.com/office/drawing/2014/main" id="{21E86DF0-2D6B-CE0C-D631-7609D4679382}"/>
              </a:ext>
            </a:extLst>
          </p:cNvPr>
          <p:cNvSpPr>
            <a:spLocks noGrp="1"/>
          </p:cNvSpPr>
          <p:nvPr/>
        </p:nvSpPr>
        <p:spPr>
          <a:xfrm>
            <a:off x="8972550" y="2981325"/>
            <a:ext cx="26003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Vehicles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A8CAF65-5D20-F35F-07DB-28B243725E05}"/>
              </a:ext>
            </a:extLst>
          </p:cNvPr>
          <p:cNvSpPr>
            <a:spLocks noGrp="1"/>
          </p:cNvSpPr>
          <p:nvPr/>
        </p:nvSpPr>
        <p:spPr>
          <a:xfrm>
            <a:off x="3924300" y="3448050"/>
            <a:ext cx="1905000" cy="419100"/>
          </a:xfrm>
          <a:prstGeom prst="rect">
            <a:avLst/>
          </a:prstGeom>
          <a:solidFill>
            <a:srgbClr val="F7D6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B2614947-D7E2-D164-CCA6-0F62DAA0E797}"/>
              </a:ext>
            </a:extLst>
          </p:cNvPr>
          <p:cNvSpPr>
            <a:spLocks noGrp="1"/>
          </p:cNvSpPr>
          <p:nvPr/>
        </p:nvSpPr>
        <p:spPr>
          <a:xfrm>
            <a:off x="5905500" y="3571875"/>
            <a:ext cx="628650" cy="142875"/>
          </a:xfrm>
          <a:prstGeom prst="rightArrow">
            <a:avLst/>
          </a:prstGeom>
          <a:solidFill>
            <a:srgbClr val="F7D67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Kerosene">
            <a:extLst>
              <a:ext uri="{FF2B5EF4-FFF2-40B4-BE49-F238E27FC236}">
                <a16:creationId xmlns:a16="http://schemas.microsoft.com/office/drawing/2014/main" id="{868774CA-179C-F3EA-A8E1-01D8620579F4}"/>
              </a:ext>
            </a:extLst>
          </p:cNvPr>
          <p:cNvSpPr>
            <a:spLocks noGrp="1"/>
          </p:cNvSpPr>
          <p:nvPr/>
        </p:nvSpPr>
        <p:spPr>
          <a:xfrm>
            <a:off x="6753225" y="34480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D675"/>
                </a:solidFill>
                <a:latin typeface="Arial"/>
                <a:ea typeface="Arial"/>
                <a:cs typeface="Arial"/>
              </a:rPr>
              <a:t>Kerosene</a:t>
            </a:r>
          </a:p>
        </p:txBody>
      </p:sp>
      <p:sp>
        <p:nvSpPr>
          <p:cNvPr id="50" name="Jet fuel">
            <a:extLst>
              <a:ext uri="{FF2B5EF4-FFF2-40B4-BE49-F238E27FC236}">
                <a16:creationId xmlns:a16="http://schemas.microsoft.com/office/drawing/2014/main" id="{1170E4EC-FA8F-345F-B44A-1A6CD156ACC4}"/>
              </a:ext>
            </a:extLst>
          </p:cNvPr>
          <p:cNvSpPr>
            <a:spLocks noGrp="1"/>
          </p:cNvSpPr>
          <p:nvPr/>
        </p:nvSpPr>
        <p:spPr>
          <a:xfrm>
            <a:off x="8972550" y="3448050"/>
            <a:ext cx="26003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Jet fuel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125CC6-12AC-9CA1-ABD7-BD2CF353CDCB}"/>
              </a:ext>
            </a:extLst>
          </p:cNvPr>
          <p:cNvSpPr>
            <a:spLocks noGrp="1"/>
          </p:cNvSpPr>
          <p:nvPr/>
        </p:nvSpPr>
        <p:spPr>
          <a:xfrm>
            <a:off x="3924300" y="3914775"/>
            <a:ext cx="1905000" cy="419100"/>
          </a:xfrm>
          <a:prstGeom prst="rect">
            <a:avLst/>
          </a:prstGeom>
          <a:solidFill>
            <a:srgbClr val="EDBD7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2D7CC66E-5292-C503-E2DB-315BAA7DB024}"/>
              </a:ext>
            </a:extLst>
          </p:cNvPr>
          <p:cNvSpPr>
            <a:spLocks noGrp="1"/>
          </p:cNvSpPr>
          <p:nvPr/>
        </p:nvSpPr>
        <p:spPr>
          <a:xfrm>
            <a:off x="5905500" y="4038600"/>
            <a:ext cx="628650" cy="142875"/>
          </a:xfrm>
          <a:prstGeom prst="rightArrow">
            <a:avLst/>
          </a:prstGeom>
          <a:solidFill>
            <a:srgbClr val="EDBD7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Diesel oil">
            <a:extLst>
              <a:ext uri="{FF2B5EF4-FFF2-40B4-BE49-F238E27FC236}">
                <a16:creationId xmlns:a16="http://schemas.microsoft.com/office/drawing/2014/main" id="{CA46FF9C-5B8F-6966-0508-15725132F22E}"/>
              </a:ext>
            </a:extLst>
          </p:cNvPr>
          <p:cNvSpPr>
            <a:spLocks noGrp="1"/>
          </p:cNvSpPr>
          <p:nvPr/>
        </p:nvSpPr>
        <p:spPr>
          <a:xfrm>
            <a:off x="6753225" y="3914775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EDBD7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EDBD7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BD70"/>
                </a:solidFill>
                <a:latin typeface="Arial"/>
                <a:ea typeface="Arial"/>
                <a:cs typeface="Arial"/>
              </a:rPr>
              <a:t>Diesel oil</a:t>
            </a:r>
          </a:p>
        </p:txBody>
      </p:sp>
      <p:sp>
        <p:nvSpPr>
          <p:cNvPr id="54" name="Diesel engines">
            <a:extLst>
              <a:ext uri="{FF2B5EF4-FFF2-40B4-BE49-F238E27FC236}">
                <a16:creationId xmlns:a16="http://schemas.microsoft.com/office/drawing/2014/main" id="{6AEF89D4-3657-04F8-8546-FF2D4E62FA2E}"/>
              </a:ext>
            </a:extLst>
          </p:cNvPr>
          <p:cNvSpPr>
            <a:spLocks noGrp="1"/>
          </p:cNvSpPr>
          <p:nvPr/>
        </p:nvSpPr>
        <p:spPr>
          <a:xfrm>
            <a:off x="8972550" y="3914775"/>
            <a:ext cx="26003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Diesel engines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DBD79D-1B47-8F97-902B-FD21D082C665}"/>
              </a:ext>
            </a:extLst>
          </p:cNvPr>
          <p:cNvSpPr>
            <a:spLocks noGrp="1"/>
          </p:cNvSpPr>
          <p:nvPr/>
        </p:nvSpPr>
        <p:spPr>
          <a:xfrm>
            <a:off x="3924300" y="4381500"/>
            <a:ext cx="1905000" cy="419100"/>
          </a:xfrm>
          <a:prstGeom prst="rect">
            <a:avLst/>
          </a:prstGeom>
          <a:solidFill>
            <a:srgbClr val="EAA27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5A088508-A300-3696-8E23-D71CD048B24C}"/>
              </a:ext>
            </a:extLst>
          </p:cNvPr>
          <p:cNvSpPr>
            <a:spLocks noGrp="1"/>
          </p:cNvSpPr>
          <p:nvPr/>
        </p:nvSpPr>
        <p:spPr>
          <a:xfrm>
            <a:off x="5905500" y="4505325"/>
            <a:ext cx="628650" cy="142875"/>
          </a:xfrm>
          <a:prstGeom prst="rightArrow">
            <a:avLst/>
          </a:prstGeom>
          <a:solidFill>
            <a:srgbClr val="EAA27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Lubricants">
            <a:extLst>
              <a:ext uri="{FF2B5EF4-FFF2-40B4-BE49-F238E27FC236}">
                <a16:creationId xmlns:a16="http://schemas.microsoft.com/office/drawing/2014/main" id="{D348B73E-4C4D-8BF0-9012-63E38C546FCD}"/>
              </a:ext>
            </a:extLst>
          </p:cNvPr>
          <p:cNvSpPr>
            <a:spLocks noGrp="1"/>
          </p:cNvSpPr>
          <p:nvPr/>
        </p:nvSpPr>
        <p:spPr>
          <a:xfrm>
            <a:off x="6753225" y="43815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EAA2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EAA2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AA27D"/>
                </a:solidFill>
                <a:latin typeface="Arial"/>
                <a:ea typeface="Arial"/>
                <a:cs typeface="Arial"/>
              </a:rPr>
              <a:t>Lubricants</a:t>
            </a:r>
          </a:p>
        </p:txBody>
      </p:sp>
      <p:sp>
        <p:nvSpPr>
          <p:cNvPr id="58" name="Oils, greases, waxes">
            <a:extLst>
              <a:ext uri="{FF2B5EF4-FFF2-40B4-BE49-F238E27FC236}">
                <a16:creationId xmlns:a16="http://schemas.microsoft.com/office/drawing/2014/main" id="{76693155-E57A-3AF7-EEDA-3EB2FBB01EDD}"/>
              </a:ext>
            </a:extLst>
          </p:cNvPr>
          <p:cNvSpPr>
            <a:spLocks noGrp="1"/>
          </p:cNvSpPr>
          <p:nvPr/>
        </p:nvSpPr>
        <p:spPr>
          <a:xfrm>
            <a:off x="8972550" y="4381500"/>
            <a:ext cx="26003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Oils, greases, waxes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957CA14-EA50-28F8-769F-50685D451D26}"/>
              </a:ext>
            </a:extLst>
          </p:cNvPr>
          <p:cNvSpPr>
            <a:spLocks noGrp="1"/>
          </p:cNvSpPr>
          <p:nvPr/>
        </p:nvSpPr>
        <p:spPr>
          <a:xfrm>
            <a:off x="3924300" y="4848225"/>
            <a:ext cx="1905000" cy="419100"/>
          </a:xfrm>
          <a:prstGeom prst="rect">
            <a:avLst/>
          </a:prstGeom>
          <a:solidFill>
            <a:srgbClr val="DD8D8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57539CD4-F127-74E4-7B0A-A1590F701D77}"/>
              </a:ext>
            </a:extLst>
          </p:cNvPr>
          <p:cNvSpPr>
            <a:spLocks noGrp="1"/>
          </p:cNvSpPr>
          <p:nvPr/>
        </p:nvSpPr>
        <p:spPr>
          <a:xfrm>
            <a:off x="5905500" y="4972050"/>
            <a:ext cx="628650" cy="142875"/>
          </a:xfrm>
          <a:prstGeom prst="rightArrow">
            <a:avLst/>
          </a:prstGeom>
          <a:solidFill>
            <a:srgbClr val="DD8D8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Heavy oil">
            <a:extLst>
              <a:ext uri="{FF2B5EF4-FFF2-40B4-BE49-F238E27FC236}">
                <a16:creationId xmlns:a16="http://schemas.microsoft.com/office/drawing/2014/main" id="{9D72B36E-27A2-36E8-5CB1-FE01E7A100EC}"/>
              </a:ext>
            </a:extLst>
          </p:cNvPr>
          <p:cNvSpPr>
            <a:spLocks noGrp="1"/>
          </p:cNvSpPr>
          <p:nvPr/>
        </p:nvSpPr>
        <p:spPr>
          <a:xfrm>
            <a:off x="6753225" y="4848225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DD8D8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DD8D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D8D81"/>
                </a:solidFill>
                <a:latin typeface="Arial"/>
                <a:ea typeface="Arial"/>
                <a:cs typeface="Arial"/>
              </a:rPr>
              <a:t>Heavy oil</a:t>
            </a:r>
          </a:p>
        </p:txBody>
      </p:sp>
      <p:sp>
        <p:nvSpPr>
          <p:cNvPr id="62" name="Fuel and heating oil">
            <a:extLst>
              <a:ext uri="{FF2B5EF4-FFF2-40B4-BE49-F238E27FC236}">
                <a16:creationId xmlns:a16="http://schemas.microsoft.com/office/drawing/2014/main" id="{3B006DF9-73EC-1FBC-C1B1-7EC085BBDF28}"/>
              </a:ext>
            </a:extLst>
          </p:cNvPr>
          <p:cNvSpPr>
            <a:spLocks noGrp="1"/>
          </p:cNvSpPr>
          <p:nvPr/>
        </p:nvSpPr>
        <p:spPr>
          <a:xfrm>
            <a:off x="8972550" y="4848225"/>
            <a:ext cx="26003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Fuel and heating oil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824AC6-5CE4-635A-E931-ECC678BF387C}"/>
              </a:ext>
            </a:extLst>
          </p:cNvPr>
          <p:cNvSpPr>
            <a:spLocks noGrp="1"/>
          </p:cNvSpPr>
          <p:nvPr/>
        </p:nvSpPr>
        <p:spPr>
          <a:xfrm>
            <a:off x="3924300" y="5314950"/>
            <a:ext cx="1905000" cy="419100"/>
          </a:xfrm>
          <a:prstGeom prst="rect">
            <a:avLst/>
          </a:prstGeom>
          <a:solidFill>
            <a:srgbClr val="B9717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CAB71747-6F12-ED31-AE44-472C4FB0A8F0}"/>
              </a:ext>
            </a:extLst>
          </p:cNvPr>
          <p:cNvSpPr>
            <a:spLocks noGrp="1"/>
          </p:cNvSpPr>
          <p:nvPr/>
        </p:nvSpPr>
        <p:spPr>
          <a:xfrm>
            <a:off x="5905500" y="5438775"/>
            <a:ext cx="628650" cy="142875"/>
          </a:xfrm>
          <a:prstGeom prst="rightArrow">
            <a:avLst/>
          </a:prstGeom>
          <a:solidFill>
            <a:srgbClr val="B9717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Residue">
            <a:extLst>
              <a:ext uri="{FF2B5EF4-FFF2-40B4-BE49-F238E27FC236}">
                <a16:creationId xmlns:a16="http://schemas.microsoft.com/office/drawing/2014/main" id="{22C1D45C-6241-676E-AAB3-82F144B0BD62}"/>
              </a:ext>
            </a:extLst>
          </p:cNvPr>
          <p:cNvSpPr>
            <a:spLocks noGrp="1"/>
          </p:cNvSpPr>
          <p:nvPr/>
        </p:nvSpPr>
        <p:spPr>
          <a:xfrm>
            <a:off x="6753225" y="53149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B971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B971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717D"/>
                </a:solidFill>
                <a:latin typeface="Arial"/>
                <a:ea typeface="Arial"/>
                <a:cs typeface="Arial"/>
              </a:rPr>
              <a:t>Residue</a:t>
            </a:r>
          </a:p>
        </p:txBody>
      </p:sp>
      <p:sp>
        <p:nvSpPr>
          <p:cNvPr id="66" name="Roads and roofing">
            <a:extLst>
              <a:ext uri="{FF2B5EF4-FFF2-40B4-BE49-F238E27FC236}">
                <a16:creationId xmlns:a16="http://schemas.microsoft.com/office/drawing/2014/main" id="{5BB6A1A4-62B1-AA94-6AFD-A489C73480DD}"/>
              </a:ext>
            </a:extLst>
          </p:cNvPr>
          <p:cNvSpPr>
            <a:spLocks noGrp="1"/>
          </p:cNvSpPr>
          <p:nvPr/>
        </p:nvSpPr>
        <p:spPr>
          <a:xfrm>
            <a:off x="8972550" y="5314950"/>
            <a:ext cx="26003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Roads and roofing</a:t>
            </a:r>
          </a:p>
        </p:txBody>
      </p:sp>
      <p:sp>
        <p:nvSpPr>
          <p:cNvPr id="67" name="Heated&#10;crude oil">
            <a:extLst>
              <a:ext uri="{FF2B5EF4-FFF2-40B4-BE49-F238E27FC236}">
                <a16:creationId xmlns:a16="http://schemas.microsoft.com/office/drawing/2014/main" id="{90DED262-83B8-25E4-02C3-76346F6DE7CD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2000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Heated</a:t>
            </a:r>
          </a:p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crude oil</a:t>
            </a:r>
          </a:p>
        </p:txBody>
      </p:sp>
      <p:sp>
        <p:nvSpPr>
          <p:cNvPr id="68" name="Right Arrow 67">
            <a:extLst>
              <a:ext uri="{FF2B5EF4-FFF2-40B4-BE49-F238E27FC236}">
                <a16:creationId xmlns:a16="http://schemas.microsoft.com/office/drawing/2014/main" id="{5BFB427B-38E8-797D-791B-13AD1B2B21B0}"/>
              </a:ext>
            </a:extLst>
          </p:cNvPr>
          <p:cNvSpPr>
            <a:spLocks noGrp="1"/>
          </p:cNvSpPr>
          <p:nvPr/>
        </p:nvSpPr>
        <p:spPr>
          <a:xfrm>
            <a:off x="2857500" y="4029075"/>
            <a:ext cx="981075" cy="219075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Fig. 9.5, redrawn: a fractionating column separates cru">
            <a:extLst>
              <a:ext uri="{FF2B5EF4-FFF2-40B4-BE49-F238E27FC236}">
                <a16:creationId xmlns:a16="http://schemas.microsoft.com/office/drawing/2014/main" id="{14ED0A9D-CEF9-F8C6-CA92-64B401C24980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9.5, redrawn: a fractionating column separates crude oil into useful fractions by their different boiling ranges; lighter fractions rise higher.</a:t>
            </a:r>
          </a:p>
        </p:txBody>
      </p:sp>
    </p:spTree>
    <p:extLst>
      <p:ext uri="{BB962C8B-B14F-4D97-AF65-F5344CB8AC3E}">
        <p14:creationId xmlns:p14="http://schemas.microsoft.com/office/powerpoint/2010/main" val="1145840718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08545-1EA2-D79A-428C-4B6E14A9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08F02B-B3DE-D9B2-3004-0226817C7EE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329692-F2D1-7C81-7E92-26BE13F02BAF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16 / 64</a:t>
            </a:r>
          </a:p>
        </p:txBody>
      </p:sp>
      <p:sp>
        <p:nvSpPr>
          <p:cNvPr id="4" name="Oil reserves: a different geographic pattern">
            <a:extLst>
              <a:ext uri="{FF2B5EF4-FFF2-40B4-BE49-F238E27FC236}">
                <a16:creationId xmlns:a16="http://schemas.microsoft.com/office/drawing/2014/main" id="{168F7791-A22E-3215-6B85-AE6911BDC396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Oil reserves: a different geographic pattern</a:t>
            </a:r>
          </a:p>
        </p:txBody>
      </p:sp>
      <p:sp>
        <p:nvSpPr>
          <p:cNvPr id="5" name="Share of global reserves (%) · 2011 book data · approxi">
            <a:extLst>
              <a:ext uri="{FF2B5EF4-FFF2-40B4-BE49-F238E27FC236}">
                <a16:creationId xmlns:a16="http://schemas.microsoft.com/office/drawing/2014/main" id="{5756D22E-76D8-DD73-3507-2E09C6D903EF}"/>
              </a:ext>
            </a:extLst>
          </p:cNvPr>
          <p:cNvSpPr>
            <a:spLocks noGrp="1"/>
          </p:cNvSpPr>
          <p:nvPr/>
        </p:nvSpPr>
        <p:spPr>
          <a:xfrm>
            <a:off x="714375" y="1962150"/>
            <a:ext cx="10715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Share of global reserves (%) · 2011 book data · approximate bar readings</a:t>
            </a:r>
          </a:p>
        </p:txBody>
      </p:sp>
      <p:graphicFrame>
        <p:nvGraphicFramePr>
          <p:cNvPr id="11" name="Chart">
            <a:extLst>
              <a:ext uri="{FF2B5EF4-FFF2-40B4-BE49-F238E27FC236}">
                <a16:creationId xmlns:a16="http://schemas.microsoft.com/office/drawing/2014/main" id="{C04151DA-75F9-8737-07E3-D1971D297AFB}"/>
              </a:ext>
            </a:extLst>
          </p:cNvPr>
          <p:cNvGraphicFramePr/>
          <p:nvPr/>
        </p:nvGraphicFramePr>
        <p:xfrm>
          <a:off x="714375" y="2419350"/>
          <a:ext cx="10715625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he book locates just over half of proven reserves in t">
            <a:extLst>
              <a:ext uri="{FF2B5EF4-FFF2-40B4-BE49-F238E27FC236}">
                <a16:creationId xmlns:a16="http://schemas.microsoft.com/office/drawing/2014/main" id="{59A2106F-FE45-60A9-D6CE-B6C295DE7BC6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06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The book locates just over half of proven reserves in the Middle East.</a:t>
            </a:r>
          </a:p>
        </p:txBody>
      </p:sp>
      <p:sp>
        <p:nvSpPr>
          <p:cNvPr id="14" name="Fig. 9.6, national panel redrawn: 15 countries hold mor">
            <a:extLst>
              <a:ext uri="{FF2B5EF4-FFF2-40B4-BE49-F238E27FC236}">
                <a16:creationId xmlns:a16="http://schemas.microsoft.com/office/drawing/2014/main" id="{A2B74854-947F-CF68-3AC3-A245790DA636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9.6, national panel redrawn: 15 countries hold more than 90% of known oil reserves in this historical dataset.</a:t>
            </a:r>
          </a:p>
        </p:txBody>
      </p:sp>
    </p:spTree>
    <p:extLst>
      <p:ext uri="{BB962C8B-B14F-4D97-AF65-F5344CB8AC3E}">
        <p14:creationId xmlns:p14="http://schemas.microsoft.com/office/powerpoint/2010/main" val="2841057976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9507F-AEAA-6409-DF15-FE584464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18967E-95A0-D166-B239-5000CB744C4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C34955-45FF-78C6-4F0C-A40534BBD813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17 / 64</a:t>
            </a:r>
          </a:p>
        </p:txBody>
      </p:sp>
      <p:sp>
        <p:nvSpPr>
          <p:cNvPr id="10" name="REBUILT9_title">
            <a:extLst>
              <a:ext uri="{FF2B5EF4-FFF2-40B4-BE49-F238E27FC236}">
                <a16:creationId xmlns:a16="http://schemas.microsoft.com/office/drawing/2014/main" id="{7BC991BF-AD3D-4D43-AC1E-2936E00EB83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Regional oil reserves</a:t>
            </a:r>
          </a:p>
        </p:txBody>
      </p:sp>
      <p:sp>
        <p:nvSpPr>
          <p:cNvPr id="11" name="REBUILT9_year">
            <a:extLst>
              <a:ext uri="{FF2B5EF4-FFF2-40B4-BE49-F238E27FC236}">
                <a16:creationId xmlns:a16="http://schemas.microsoft.com/office/drawing/2014/main" id="{38F4A8D3-4ACB-4929-9D9E-777A1BA772C1}"/>
              </a:ext>
            </a:extLst>
          </p:cNvPr>
          <p:cNvSpPr>
            <a:spLocks noGrp="1"/>
          </p:cNvSpPr>
          <p:nvPr/>
        </p:nvSpPr>
        <p:spPr>
          <a:xfrm>
            <a:off x="647700" y="168592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7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Regional shares in the book’s 2011 dataset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9CC1BC37-EBBE-4E45-9D65-70D9EB2F0826}"/>
              </a:ext>
            </a:extLst>
          </p:cNvPr>
          <p:cNvGraphicFramePr/>
          <p:nvPr/>
        </p:nvGraphicFramePr>
        <p:xfrm>
          <a:off x="714375" y="2038350"/>
          <a:ext cx="1057275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BUILT9_takeaway">
            <a:extLst>
              <a:ext uri="{FF2B5EF4-FFF2-40B4-BE49-F238E27FC236}">
                <a16:creationId xmlns:a16="http://schemas.microsoft.com/office/drawing/2014/main" id="{3939144B-D711-428A-917D-575213B5B70F}"/>
              </a:ext>
            </a:extLst>
          </p:cNvPr>
          <p:cNvSpPr>
            <a:spLocks noGrp="1"/>
          </p:cNvSpPr>
          <p:nvPr/>
        </p:nvSpPr>
        <p:spPr>
          <a:xfrm>
            <a:off x="723900" y="5857875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The Middle East holds just over half of the reserves in this book figure.</a:t>
            </a:r>
          </a:p>
        </p:txBody>
      </p:sp>
      <p:sp>
        <p:nvSpPr>
          <p:cNvPr id="14" name="REBUILT9_caption">
            <a:extLst>
              <a:ext uri="{FF2B5EF4-FFF2-40B4-BE49-F238E27FC236}">
                <a16:creationId xmlns:a16="http://schemas.microsoft.com/office/drawing/2014/main" id="{43732B8D-1F2B-4A58-A54A-79EE6038CCF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15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9.6, reconstructed. Approximate slice sizes read from the printed pie; not exact source percentages.</a:t>
            </a:r>
          </a:p>
        </p:txBody>
      </p:sp>
    </p:spTree>
    <p:extLst>
      <p:ext uri="{BB962C8B-B14F-4D97-AF65-F5344CB8AC3E}">
        <p14:creationId xmlns:p14="http://schemas.microsoft.com/office/powerpoint/2010/main" val="3902083234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B87FF-D1C9-A3CC-EDB8-57289317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5DD4AA-FA90-CFB0-A10B-58DBCC04614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4E2024-EEC1-B88F-969C-E80639A67F5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18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AAEE08-428F-F078-D490-11012C3F236D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fuels, ancient chemical energy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FAF935-9D7C-D8CA-870A-7FF7C317143A}"/>
              </a:ext>
            </a:extLst>
          </p:cNvPr>
          <p:cNvSpPr>
            <a:spLocks noGrp="1"/>
          </p:cNvSpPr>
          <p:nvPr/>
        </p:nvSpPr>
        <p:spPr>
          <a:xfrm>
            <a:off x="647700" y="45434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FFBD82"/>
                </a:solidFill>
                <a:latin typeface="Arial"/>
                <a:ea typeface="Arial"/>
                <a:cs typeface="Arial"/>
              </a:rPr>
              <a:t>Natural gas: predominantly methane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DA81F9-9B2A-E02C-5A1F-3607E257FE51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chemeClr val="bg1"/>
                </a:solidFill>
                <a:latin typeface="Arial"/>
                <a:cs typeface="Arial"/>
              </a:rPr>
              <a:t>Coal: buried plant materia</a:t>
            </a:r>
            <a:r>
              <a:rPr lang="en-US" sz="2400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endParaRPr sz="2400" b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7A9714-256B-99D7-C0E0-CF2A5AD6D413}"/>
              </a:ext>
            </a:extLst>
          </p:cNvPr>
          <p:cNvSpPr>
            <a:spLocks noGrp="1"/>
          </p:cNvSpPr>
          <p:nvPr/>
        </p:nvSpPr>
        <p:spPr>
          <a:xfrm>
            <a:off x="647700" y="3629025"/>
            <a:ext cx="10572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Oil: transformed organic matter</a:t>
            </a:r>
          </a:p>
        </p:txBody>
      </p:sp>
    </p:spTree>
    <p:extLst>
      <p:ext uri="{BB962C8B-B14F-4D97-AF65-F5344CB8AC3E}">
        <p14:creationId xmlns:p14="http://schemas.microsoft.com/office/powerpoint/2010/main" val="27726913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455FD-AE8A-2654-D5D5-970193B3A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D88298-72C6-60B3-6FDA-9B104EB883D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48E1EF-86C4-CBB6-E3D4-D2FA50ECC02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19 / 64</a:t>
            </a:r>
            <a:r>
              <a:rPr lang="en-US"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/>
            </a: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2" name="Natural gas contains several hydrocarbons">
            <a:extLst>
              <a:ext uri="{FF2B5EF4-FFF2-40B4-BE49-F238E27FC236}">
                <a16:creationId xmlns:a16="http://schemas.microsoft.com/office/drawing/2014/main" id="{4CB907C1-6D13-46E0-CE51-3330F25B84DD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Natural gas contains several hydrocarbons</a:t>
            </a:r>
          </a:p>
        </p:txBody>
      </p:sp>
      <p:sp>
        <p:nvSpPr>
          <p:cNvPr id="83" name="Methane">
            <a:extLst>
              <a:ext uri="{FF2B5EF4-FFF2-40B4-BE49-F238E27FC236}">
                <a16:creationId xmlns:a16="http://schemas.microsoft.com/office/drawing/2014/main" id="{4841AA11-DE00-43F1-C041-6B4DB74DFDB2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5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Methane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85A231C-204C-DC07-C274-B323838516CC}"/>
              </a:ext>
            </a:extLst>
          </p:cNvPr>
          <p:cNvSpPr>
            <a:spLocks noGrp="1"/>
          </p:cNvSpPr>
          <p:nvPr/>
        </p:nvSpPr>
        <p:spPr>
          <a:xfrm>
            <a:off x="1781175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C">
            <a:extLst>
              <a:ext uri="{FF2B5EF4-FFF2-40B4-BE49-F238E27FC236}">
                <a16:creationId xmlns:a16="http://schemas.microsoft.com/office/drawing/2014/main" id="{87821F7E-E5FC-028D-7646-4250DA6BE5CC}"/>
              </a:ext>
            </a:extLst>
          </p:cNvPr>
          <p:cNvSpPr>
            <a:spLocks noGrp="1"/>
          </p:cNvSpPr>
          <p:nvPr/>
        </p:nvSpPr>
        <p:spPr>
          <a:xfrm>
            <a:off x="1838325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6" name="CH₄">
            <a:extLst>
              <a:ext uri="{FF2B5EF4-FFF2-40B4-BE49-F238E27FC236}">
                <a16:creationId xmlns:a16="http://schemas.microsoft.com/office/drawing/2014/main" id="{F2A6FD80-15A2-81CF-206F-5A759C616AF6}"/>
              </a:ext>
            </a:extLst>
          </p:cNvPr>
          <p:cNvSpPr>
            <a:spLocks noGrp="1"/>
          </p:cNvSpPr>
          <p:nvPr/>
        </p:nvSpPr>
        <p:spPr>
          <a:xfrm>
            <a:off x="676275" y="377190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CH₄</a:t>
            </a:r>
          </a:p>
        </p:txBody>
      </p:sp>
      <p:sp>
        <p:nvSpPr>
          <p:cNvPr id="87" name="Electricity, heating,&#10;and cooking">
            <a:extLst>
              <a:ext uri="{FF2B5EF4-FFF2-40B4-BE49-F238E27FC236}">
                <a16:creationId xmlns:a16="http://schemas.microsoft.com/office/drawing/2014/main" id="{7822C475-EEEC-2354-54A9-8D41602FCDF3}"/>
              </a:ext>
            </a:extLst>
          </p:cNvPr>
          <p:cNvSpPr>
            <a:spLocks noGrp="1"/>
          </p:cNvSpPr>
          <p:nvPr/>
        </p:nvSpPr>
        <p:spPr>
          <a:xfrm>
            <a:off x="714375" y="4619625"/>
            <a:ext cx="2571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Electricity, heating,</a:t>
            </a:r>
          </a:p>
          <a:p>
            <a: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cooking</a:t>
            </a:r>
          </a:p>
        </p:txBody>
      </p:sp>
      <p:sp>
        <p:nvSpPr>
          <p:cNvPr id="88" name="Ethane">
            <a:extLst>
              <a:ext uri="{FF2B5EF4-FFF2-40B4-BE49-F238E27FC236}">
                <a16:creationId xmlns:a16="http://schemas.microsoft.com/office/drawing/2014/main" id="{E345C41E-3089-7C55-5DF1-89B333F38283}"/>
              </a:ext>
            </a:extLst>
          </p:cNvPr>
          <p:cNvSpPr>
            <a:spLocks noGrp="1"/>
          </p:cNvSpPr>
          <p:nvPr/>
        </p:nvSpPr>
        <p:spPr>
          <a:xfrm>
            <a:off x="3552825" y="2143125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5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Ethane</a:t>
            </a:r>
          </a:p>
        </p:txBody>
      </p:sp>
      <p:sp>
        <p:nvSpPr>
          <p:cNvPr id="89" name="Straight Connector 88">
            <a:extLst>
              <a:ext uri="{FF2B5EF4-FFF2-40B4-BE49-F238E27FC236}">
                <a16:creationId xmlns:a16="http://schemas.microsoft.com/office/drawing/2014/main" id="{767C028B-4095-B4D4-35CF-4D0C752D77F8}"/>
              </a:ext>
            </a:extLst>
          </p:cNvPr>
          <p:cNvSpPr>
            <a:spLocks noGrp="1"/>
          </p:cNvSpPr>
          <p:nvPr/>
        </p:nvSpPr>
        <p:spPr>
          <a:xfrm>
            <a:off x="4572000" y="3248025"/>
            <a:ext cx="438150" cy="0"/>
          </a:xfrm>
          <a:prstGeom prst="line">
            <a:avLst/>
          </a:prstGeom>
          <a:noFill/>
          <a:ln w="38100">
            <a:solidFill>
              <a:srgbClr val="A9BE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ACAA7F5-D775-2A37-1F65-B121F8D1B421}"/>
              </a:ext>
            </a:extLst>
          </p:cNvPr>
          <p:cNvSpPr>
            <a:spLocks noGrp="1"/>
          </p:cNvSpPr>
          <p:nvPr/>
        </p:nvSpPr>
        <p:spPr>
          <a:xfrm>
            <a:off x="4400550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C">
            <a:extLst>
              <a:ext uri="{FF2B5EF4-FFF2-40B4-BE49-F238E27FC236}">
                <a16:creationId xmlns:a16="http://schemas.microsoft.com/office/drawing/2014/main" id="{CF96FF33-43A2-98E6-9D70-152FD9B9B740}"/>
              </a:ext>
            </a:extLst>
          </p:cNvPr>
          <p:cNvSpPr>
            <a:spLocks noGrp="1"/>
          </p:cNvSpPr>
          <p:nvPr/>
        </p:nvSpPr>
        <p:spPr>
          <a:xfrm>
            <a:off x="4457700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FEC6228-9BE7-3B15-73A6-352CD012D727}"/>
              </a:ext>
            </a:extLst>
          </p:cNvPr>
          <p:cNvSpPr>
            <a:spLocks noGrp="1"/>
          </p:cNvSpPr>
          <p:nvPr/>
        </p:nvSpPr>
        <p:spPr>
          <a:xfrm>
            <a:off x="4838700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C">
            <a:extLst>
              <a:ext uri="{FF2B5EF4-FFF2-40B4-BE49-F238E27FC236}">
                <a16:creationId xmlns:a16="http://schemas.microsoft.com/office/drawing/2014/main" id="{F2825858-B853-AF03-BDD3-F4732A1995AC}"/>
              </a:ext>
            </a:extLst>
          </p:cNvPr>
          <p:cNvSpPr>
            <a:spLocks noGrp="1"/>
          </p:cNvSpPr>
          <p:nvPr/>
        </p:nvSpPr>
        <p:spPr>
          <a:xfrm>
            <a:off x="4895850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4" name="CH₃–CH₃">
            <a:extLst>
              <a:ext uri="{FF2B5EF4-FFF2-40B4-BE49-F238E27FC236}">
                <a16:creationId xmlns:a16="http://schemas.microsoft.com/office/drawing/2014/main" id="{D24DF961-A5B0-3C4D-7582-7833DB69259C}"/>
              </a:ext>
            </a:extLst>
          </p:cNvPr>
          <p:cNvSpPr>
            <a:spLocks noGrp="1"/>
          </p:cNvSpPr>
          <p:nvPr/>
        </p:nvSpPr>
        <p:spPr>
          <a:xfrm>
            <a:off x="3514725" y="377190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CH₃–CH₃</a:t>
            </a:r>
          </a:p>
        </p:txBody>
      </p:sp>
      <p:sp>
        <p:nvSpPr>
          <p:cNvPr id="95" name="Chemical&#10;feedstocks">
            <a:extLst>
              <a:ext uri="{FF2B5EF4-FFF2-40B4-BE49-F238E27FC236}">
                <a16:creationId xmlns:a16="http://schemas.microsoft.com/office/drawing/2014/main" id="{164BE8D0-83F4-245A-B611-BC4BC397F30E}"/>
              </a:ext>
            </a:extLst>
          </p:cNvPr>
          <p:cNvSpPr>
            <a:spLocks noGrp="1"/>
          </p:cNvSpPr>
          <p:nvPr/>
        </p:nvSpPr>
        <p:spPr>
          <a:xfrm>
            <a:off x="3552825" y="4619625"/>
            <a:ext cx="2571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Chemical</a:t>
            </a:r>
          </a:p>
          <a:p>
            <a: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feedstocks</a:t>
            </a:r>
          </a:p>
        </p:txBody>
      </p:sp>
      <p:sp>
        <p:nvSpPr>
          <p:cNvPr id="96" name="Propane">
            <a:extLst>
              <a:ext uri="{FF2B5EF4-FFF2-40B4-BE49-F238E27FC236}">
                <a16:creationId xmlns:a16="http://schemas.microsoft.com/office/drawing/2014/main" id="{A24CEC80-4CAF-63F6-DBE0-5F474F6B697C}"/>
              </a:ext>
            </a:extLst>
          </p:cNvPr>
          <p:cNvSpPr>
            <a:spLocks noGrp="1"/>
          </p:cNvSpPr>
          <p:nvPr/>
        </p:nvSpPr>
        <p:spPr>
          <a:xfrm>
            <a:off x="6391275" y="2143125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5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Propane</a:t>
            </a:r>
          </a:p>
        </p:txBody>
      </p:sp>
      <p:sp>
        <p:nvSpPr>
          <p:cNvPr id="97" name="Straight Connector 96">
            <a:extLst>
              <a:ext uri="{FF2B5EF4-FFF2-40B4-BE49-F238E27FC236}">
                <a16:creationId xmlns:a16="http://schemas.microsoft.com/office/drawing/2014/main" id="{6AF8316C-5BAF-D909-9DD8-4F3F6816C622}"/>
              </a:ext>
            </a:extLst>
          </p:cNvPr>
          <p:cNvSpPr>
            <a:spLocks noGrp="1"/>
          </p:cNvSpPr>
          <p:nvPr/>
        </p:nvSpPr>
        <p:spPr>
          <a:xfrm>
            <a:off x="7191375" y="3248025"/>
            <a:ext cx="438150" cy="0"/>
          </a:xfrm>
          <a:prstGeom prst="line">
            <a:avLst/>
          </a:prstGeom>
          <a:noFill/>
          <a:ln w="38100">
            <a:solidFill>
              <a:srgbClr val="A9BE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9BF2E69-BA4A-9A8F-1371-0EDBBBF7CDAC}"/>
              </a:ext>
            </a:extLst>
          </p:cNvPr>
          <p:cNvSpPr>
            <a:spLocks noGrp="1"/>
          </p:cNvSpPr>
          <p:nvPr/>
        </p:nvSpPr>
        <p:spPr>
          <a:xfrm>
            <a:off x="7019925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C">
            <a:extLst>
              <a:ext uri="{FF2B5EF4-FFF2-40B4-BE49-F238E27FC236}">
                <a16:creationId xmlns:a16="http://schemas.microsoft.com/office/drawing/2014/main" id="{90BEBCD8-A57F-AF0F-B836-E296B6010D8F}"/>
              </a:ext>
            </a:extLst>
          </p:cNvPr>
          <p:cNvSpPr>
            <a:spLocks noGrp="1"/>
          </p:cNvSpPr>
          <p:nvPr/>
        </p:nvSpPr>
        <p:spPr>
          <a:xfrm>
            <a:off x="7077075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" name="Straight Connector 99">
            <a:extLst>
              <a:ext uri="{FF2B5EF4-FFF2-40B4-BE49-F238E27FC236}">
                <a16:creationId xmlns:a16="http://schemas.microsoft.com/office/drawing/2014/main" id="{21CFE7D1-495E-1686-DD8F-4EC6BD953F51}"/>
              </a:ext>
            </a:extLst>
          </p:cNvPr>
          <p:cNvSpPr>
            <a:spLocks noGrp="1"/>
          </p:cNvSpPr>
          <p:nvPr/>
        </p:nvSpPr>
        <p:spPr>
          <a:xfrm>
            <a:off x="7629525" y="3248025"/>
            <a:ext cx="438150" cy="0"/>
          </a:xfrm>
          <a:prstGeom prst="line">
            <a:avLst/>
          </a:prstGeom>
          <a:noFill/>
          <a:ln w="38100">
            <a:solidFill>
              <a:srgbClr val="A9BE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FAC6E38-A1B1-2A69-AA13-AA54B28B839A}"/>
              </a:ext>
            </a:extLst>
          </p:cNvPr>
          <p:cNvSpPr>
            <a:spLocks noGrp="1"/>
          </p:cNvSpPr>
          <p:nvPr/>
        </p:nvSpPr>
        <p:spPr>
          <a:xfrm>
            <a:off x="7458075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C">
            <a:extLst>
              <a:ext uri="{FF2B5EF4-FFF2-40B4-BE49-F238E27FC236}">
                <a16:creationId xmlns:a16="http://schemas.microsoft.com/office/drawing/2014/main" id="{DEA5DEAE-05AE-4054-E739-F30A1BF8DAAF}"/>
              </a:ext>
            </a:extLst>
          </p:cNvPr>
          <p:cNvSpPr>
            <a:spLocks noGrp="1"/>
          </p:cNvSpPr>
          <p:nvPr/>
        </p:nvSpPr>
        <p:spPr>
          <a:xfrm>
            <a:off x="7515225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8C7925F5-5620-2E99-4D49-69B24BB0E74D}"/>
              </a:ext>
            </a:extLst>
          </p:cNvPr>
          <p:cNvSpPr>
            <a:spLocks noGrp="1"/>
          </p:cNvSpPr>
          <p:nvPr/>
        </p:nvSpPr>
        <p:spPr>
          <a:xfrm>
            <a:off x="7896225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">
            <a:extLst>
              <a:ext uri="{FF2B5EF4-FFF2-40B4-BE49-F238E27FC236}">
                <a16:creationId xmlns:a16="http://schemas.microsoft.com/office/drawing/2014/main" id="{A2EC3481-5B81-118A-FCFC-503904CA7CEB}"/>
              </a:ext>
            </a:extLst>
          </p:cNvPr>
          <p:cNvSpPr>
            <a:spLocks noGrp="1"/>
          </p:cNvSpPr>
          <p:nvPr/>
        </p:nvSpPr>
        <p:spPr>
          <a:xfrm>
            <a:off x="7953375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5" name="CH₃–CH₂–CH₃">
            <a:extLst>
              <a:ext uri="{FF2B5EF4-FFF2-40B4-BE49-F238E27FC236}">
                <a16:creationId xmlns:a16="http://schemas.microsoft.com/office/drawing/2014/main" id="{0A24A875-27FD-4232-646B-8965592DC9F2}"/>
              </a:ext>
            </a:extLst>
          </p:cNvPr>
          <p:cNvSpPr>
            <a:spLocks noGrp="1"/>
          </p:cNvSpPr>
          <p:nvPr/>
        </p:nvSpPr>
        <p:spPr>
          <a:xfrm>
            <a:off x="6353175" y="377190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CH₃–CH₂–CH₃</a:t>
            </a:r>
          </a:p>
        </p:txBody>
      </p:sp>
      <p:sp>
        <p:nvSpPr>
          <p:cNvPr id="106" name="Heating, cooking,&#10;and bottled fuel">
            <a:extLst>
              <a:ext uri="{FF2B5EF4-FFF2-40B4-BE49-F238E27FC236}">
                <a16:creationId xmlns:a16="http://schemas.microsoft.com/office/drawing/2014/main" id="{F2F9E1DB-60A7-C51D-D7DD-A33FF43E27F7}"/>
              </a:ext>
            </a:extLst>
          </p:cNvPr>
          <p:cNvSpPr>
            <a:spLocks noGrp="1"/>
          </p:cNvSpPr>
          <p:nvPr/>
        </p:nvSpPr>
        <p:spPr>
          <a:xfrm>
            <a:off x="6391275" y="4619625"/>
            <a:ext cx="2571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Heating, cooking,</a:t>
            </a:r>
          </a:p>
          <a:p>
            <a: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bottled fuel</a:t>
            </a:r>
          </a:p>
        </p:txBody>
      </p:sp>
      <p:sp>
        <p:nvSpPr>
          <p:cNvPr id="107" name="Butane">
            <a:extLst>
              <a:ext uri="{FF2B5EF4-FFF2-40B4-BE49-F238E27FC236}">
                <a16:creationId xmlns:a16="http://schemas.microsoft.com/office/drawing/2014/main" id="{9D4DA59D-63C4-CF6F-13F4-E8DA11632C37}"/>
              </a:ext>
            </a:extLst>
          </p:cNvPr>
          <p:cNvSpPr>
            <a:spLocks noGrp="1"/>
          </p:cNvSpPr>
          <p:nvPr/>
        </p:nvSpPr>
        <p:spPr>
          <a:xfrm>
            <a:off x="9229725" y="2143125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5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Butane</a:t>
            </a:r>
          </a:p>
        </p:txBody>
      </p:sp>
      <p:sp>
        <p:nvSpPr>
          <p:cNvPr id="108" name="Straight Connector 107">
            <a:extLst>
              <a:ext uri="{FF2B5EF4-FFF2-40B4-BE49-F238E27FC236}">
                <a16:creationId xmlns:a16="http://schemas.microsoft.com/office/drawing/2014/main" id="{9A740436-8C8B-7112-5C92-DB5C6B57E094}"/>
              </a:ext>
            </a:extLst>
          </p:cNvPr>
          <p:cNvSpPr>
            <a:spLocks noGrp="1"/>
          </p:cNvSpPr>
          <p:nvPr/>
        </p:nvSpPr>
        <p:spPr>
          <a:xfrm>
            <a:off x="9810750" y="3248025"/>
            <a:ext cx="438150" cy="0"/>
          </a:xfrm>
          <a:prstGeom prst="line">
            <a:avLst/>
          </a:prstGeom>
          <a:noFill/>
          <a:ln w="38100">
            <a:solidFill>
              <a:srgbClr val="A9BE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30229D3E-4C03-A441-0C38-2D294EE1148B}"/>
              </a:ext>
            </a:extLst>
          </p:cNvPr>
          <p:cNvSpPr>
            <a:spLocks noGrp="1"/>
          </p:cNvSpPr>
          <p:nvPr/>
        </p:nvSpPr>
        <p:spPr>
          <a:xfrm>
            <a:off x="9639300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C">
            <a:extLst>
              <a:ext uri="{FF2B5EF4-FFF2-40B4-BE49-F238E27FC236}">
                <a16:creationId xmlns:a16="http://schemas.microsoft.com/office/drawing/2014/main" id="{3227FC8C-902A-FBAA-0A5E-6B215F8CF9EE}"/>
              </a:ext>
            </a:extLst>
          </p:cNvPr>
          <p:cNvSpPr>
            <a:spLocks noGrp="1"/>
          </p:cNvSpPr>
          <p:nvPr/>
        </p:nvSpPr>
        <p:spPr>
          <a:xfrm>
            <a:off x="9696450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1" name="Straight Connector 110">
            <a:extLst>
              <a:ext uri="{FF2B5EF4-FFF2-40B4-BE49-F238E27FC236}">
                <a16:creationId xmlns:a16="http://schemas.microsoft.com/office/drawing/2014/main" id="{084521F9-8446-3389-49E3-9EA4BC044BCE}"/>
              </a:ext>
            </a:extLst>
          </p:cNvPr>
          <p:cNvSpPr>
            <a:spLocks noGrp="1"/>
          </p:cNvSpPr>
          <p:nvPr/>
        </p:nvSpPr>
        <p:spPr>
          <a:xfrm>
            <a:off x="10248900" y="3248025"/>
            <a:ext cx="438150" cy="0"/>
          </a:xfrm>
          <a:prstGeom prst="line">
            <a:avLst/>
          </a:prstGeom>
          <a:noFill/>
          <a:ln w="38100">
            <a:solidFill>
              <a:srgbClr val="A9BE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0388279-02EC-0B4F-5C8F-FDADCC0036DA}"/>
              </a:ext>
            </a:extLst>
          </p:cNvPr>
          <p:cNvSpPr>
            <a:spLocks noGrp="1"/>
          </p:cNvSpPr>
          <p:nvPr/>
        </p:nvSpPr>
        <p:spPr>
          <a:xfrm>
            <a:off x="10077450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C">
            <a:extLst>
              <a:ext uri="{FF2B5EF4-FFF2-40B4-BE49-F238E27FC236}">
                <a16:creationId xmlns:a16="http://schemas.microsoft.com/office/drawing/2014/main" id="{A9BEA287-8109-A6AA-5A3B-F930AD5016C3}"/>
              </a:ext>
            </a:extLst>
          </p:cNvPr>
          <p:cNvSpPr>
            <a:spLocks noGrp="1"/>
          </p:cNvSpPr>
          <p:nvPr/>
        </p:nvSpPr>
        <p:spPr>
          <a:xfrm>
            <a:off x="10134600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4" name="Straight Connector 113">
            <a:extLst>
              <a:ext uri="{FF2B5EF4-FFF2-40B4-BE49-F238E27FC236}">
                <a16:creationId xmlns:a16="http://schemas.microsoft.com/office/drawing/2014/main" id="{637595EB-3EA1-770A-16AF-2B7A54212E77}"/>
              </a:ext>
            </a:extLst>
          </p:cNvPr>
          <p:cNvSpPr>
            <a:spLocks noGrp="1"/>
          </p:cNvSpPr>
          <p:nvPr/>
        </p:nvSpPr>
        <p:spPr>
          <a:xfrm>
            <a:off x="10687050" y="3248025"/>
            <a:ext cx="438150" cy="0"/>
          </a:xfrm>
          <a:prstGeom prst="line">
            <a:avLst/>
          </a:prstGeom>
          <a:noFill/>
          <a:ln w="38100">
            <a:solidFill>
              <a:srgbClr val="A9BE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31F0DBA2-00AC-3A16-1148-A97FCE3572BA}"/>
              </a:ext>
            </a:extLst>
          </p:cNvPr>
          <p:cNvSpPr>
            <a:spLocks noGrp="1"/>
          </p:cNvSpPr>
          <p:nvPr/>
        </p:nvSpPr>
        <p:spPr>
          <a:xfrm>
            <a:off x="10515600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">
            <a:extLst>
              <a:ext uri="{FF2B5EF4-FFF2-40B4-BE49-F238E27FC236}">
                <a16:creationId xmlns:a16="http://schemas.microsoft.com/office/drawing/2014/main" id="{45692491-7213-ED2B-FFE7-D3AF7802C8AE}"/>
              </a:ext>
            </a:extLst>
          </p:cNvPr>
          <p:cNvSpPr>
            <a:spLocks noGrp="1"/>
          </p:cNvSpPr>
          <p:nvPr/>
        </p:nvSpPr>
        <p:spPr>
          <a:xfrm>
            <a:off x="10572750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6E500DF6-8023-E8E6-ED3A-FACD038B30A1}"/>
              </a:ext>
            </a:extLst>
          </p:cNvPr>
          <p:cNvSpPr>
            <a:spLocks noGrp="1"/>
          </p:cNvSpPr>
          <p:nvPr/>
        </p:nvSpPr>
        <p:spPr>
          <a:xfrm>
            <a:off x="10953750" y="3076575"/>
            <a:ext cx="342900" cy="342900"/>
          </a:xfrm>
          <a:prstGeom prst="ellipse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C">
            <a:extLst>
              <a:ext uri="{FF2B5EF4-FFF2-40B4-BE49-F238E27FC236}">
                <a16:creationId xmlns:a16="http://schemas.microsoft.com/office/drawing/2014/main" id="{10442792-3853-7176-3B40-9428AF02A92E}"/>
              </a:ext>
            </a:extLst>
          </p:cNvPr>
          <p:cNvSpPr>
            <a:spLocks noGrp="1"/>
          </p:cNvSpPr>
          <p:nvPr/>
        </p:nvSpPr>
        <p:spPr>
          <a:xfrm>
            <a:off x="11010900" y="3076575"/>
            <a:ext cx="2571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9" name="CH₃–CH₂–CH₂–CH₃">
            <a:extLst>
              <a:ext uri="{FF2B5EF4-FFF2-40B4-BE49-F238E27FC236}">
                <a16:creationId xmlns:a16="http://schemas.microsoft.com/office/drawing/2014/main" id="{9302DDE1-8FE0-EDDC-A121-2AE922FD7748}"/>
              </a:ext>
            </a:extLst>
          </p:cNvPr>
          <p:cNvSpPr>
            <a:spLocks noGrp="1"/>
          </p:cNvSpPr>
          <p:nvPr/>
        </p:nvSpPr>
        <p:spPr>
          <a:xfrm>
            <a:off x="9191625" y="377190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CH₃–CH₂–CH₂–CH₃</a:t>
            </a:r>
          </a:p>
        </p:txBody>
      </p:sp>
      <p:sp>
        <p:nvSpPr>
          <p:cNvPr id="120" name="Fuel and industrial&#10;feedstocks">
            <a:extLst>
              <a:ext uri="{FF2B5EF4-FFF2-40B4-BE49-F238E27FC236}">
                <a16:creationId xmlns:a16="http://schemas.microsoft.com/office/drawing/2014/main" id="{E551BC38-18EA-AB03-3315-E1039058222A}"/>
              </a:ext>
            </a:extLst>
          </p:cNvPr>
          <p:cNvSpPr>
            <a:spLocks noGrp="1"/>
          </p:cNvSpPr>
          <p:nvPr/>
        </p:nvSpPr>
        <p:spPr>
          <a:xfrm>
            <a:off x="9229725" y="4619625"/>
            <a:ext cx="2571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Fuel and industrial</a:t>
            </a:r>
          </a:p>
          <a:p>
            <a:pPr algn="ctr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feedstocks</a:t>
            </a:r>
          </a:p>
        </p:txBody>
      </p:sp>
      <p:sp>
        <p:nvSpPr>
          <p:cNvPr id="121" name="Fig. 9.7, redrawn: natural gas is a mixture of gaseous ">
            <a:extLst>
              <a:ext uri="{FF2B5EF4-FFF2-40B4-BE49-F238E27FC236}">
                <a16:creationId xmlns:a16="http://schemas.microsoft.com/office/drawing/2014/main" id="{CC530C1D-5DCB-5D21-49BC-6369E4520A05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9.7, redrawn: natural gas contains hydrocarbons, usually dominated by methane. All C–H and C–C bonds are shown. Flat structural diagrams do not show 3D bond angles.</a:t>
            </a:r>
          </a:p>
        </p:txBody>
      </p:sp>
      <p:sp>
        <p:nvSpPr>
          <p:cNvPr id="122" name="Methane C1 upper H bond">
            <a:extLst>
              <a:ext uri="{FF2B5EF4-FFF2-40B4-BE49-F238E27FC236}">
                <a16:creationId xmlns:a16="http://schemas.microsoft.com/office/drawing/2014/main" id="{B1B9DA2B-FD55-6D25-EA1A-0814E283F794}"/>
              </a:ext>
            </a:extLst>
          </p:cNvPr>
          <p:cNvSpPr>
            <a:spLocks noGrp="1"/>
          </p:cNvSpPr>
          <p:nvPr/>
        </p:nvSpPr>
        <p:spPr>
          <a:xfrm>
            <a:off x="1952625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Methane C1 upper H atom">
            <a:extLst>
              <a:ext uri="{FF2B5EF4-FFF2-40B4-BE49-F238E27FC236}">
                <a16:creationId xmlns:a16="http://schemas.microsoft.com/office/drawing/2014/main" id="{437BC491-2769-1611-6682-81DDCA8F0A9A}"/>
              </a:ext>
            </a:extLst>
          </p:cNvPr>
          <p:cNvSpPr>
            <a:spLocks noGrp="1"/>
          </p:cNvSpPr>
          <p:nvPr/>
        </p:nvSpPr>
        <p:spPr>
          <a:xfrm>
            <a:off x="1828800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Methane C1 upper H label">
            <a:extLst>
              <a:ext uri="{FF2B5EF4-FFF2-40B4-BE49-F238E27FC236}">
                <a16:creationId xmlns:a16="http://schemas.microsoft.com/office/drawing/2014/main" id="{4563A64A-13A2-0007-003E-10035265832C}"/>
              </a:ext>
            </a:extLst>
          </p:cNvPr>
          <p:cNvSpPr>
            <a:spLocks noGrp="1"/>
          </p:cNvSpPr>
          <p:nvPr/>
        </p:nvSpPr>
        <p:spPr>
          <a:xfrm>
            <a:off x="1828800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5" name="Methane C1 lower H bond">
            <a:extLst>
              <a:ext uri="{FF2B5EF4-FFF2-40B4-BE49-F238E27FC236}">
                <a16:creationId xmlns:a16="http://schemas.microsoft.com/office/drawing/2014/main" id="{4C46B30F-A8E9-F0DD-AFA4-18EF75777DB4}"/>
              </a:ext>
            </a:extLst>
          </p:cNvPr>
          <p:cNvSpPr>
            <a:spLocks noGrp="1"/>
          </p:cNvSpPr>
          <p:nvPr/>
        </p:nvSpPr>
        <p:spPr>
          <a:xfrm>
            <a:off x="1952625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Methane C1 lower H atom">
            <a:extLst>
              <a:ext uri="{FF2B5EF4-FFF2-40B4-BE49-F238E27FC236}">
                <a16:creationId xmlns:a16="http://schemas.microsoft.com/office/drawing/2014/main" id="{44A20FF5-7946-F0C3-D639-5ED92C1D4C11}"/>
              </a:ext>
            </a:extLst>
          </p:cNvPr>
          <p:cNvSpPr>
            <a:spLocks noGrp="1"/>
          </p:cNvSpPr>
          <p:nvPr/>
        </p:nvSpPr>
        <p:spPr>
          <a:xfrm>
            <a:off x="1828800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Methane C1 lower H label">
            <a:extLst>
              <a:ext uri="{FF2B5EF4-FFF2-40B4-BE49-F238E27FC236}">
                <a16:creationId xmlns:a16="http://schemas.microsoft.com/office/drawing/2014/main" id="{47BF574F-C0F6-3DD3-F104-E87822785F37}"/>
              </a:ext>
            </a:extLst>
          </p:cNvPr>
          <p:cNvSpPr>
            <a:spLocks noGrp="1"/>
          </p:cNvSpPr>
          <p:nvPr/>
        </p:nvSpPr>
        <p:spPr>
          <a:xfrm>
            <a:off x="1828800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8" name="Methane left H bond">
            <a:extLst>
              <a:ext uri="{FF2B5EF4-FFF2-40B4-BE49-F238E27FC236}">
                <a16:creationId xmlns:a16="http://schemas.microsoft.com/office/drawing/2014/main" id="{13A79874-F018-CD5A-BF7C-3C97BC759976}"/>
              </a:ext>
            </a:extLst>
          </p:cNvPr>
          <p:cNvSpPr>
            <a:spLocks noGrp="1"/>
          </p:cNvSpPr>
          <p:nvPr/>
        </p:nvSpPr>
        <p:spPr>
          <a:xfrm>
            <a:off x="1638300" y="3248025"/>
            <a:ext cx="142875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9" name="Methane left H atom">
            <a:extLst>
              <a:ext uri="{FF2B5EF4-FFF2-40B4-BE49-F238E27FC236}">
                <a16:creationId xmlns:a16="http://schemas.microsoft.com/office/drawing/2014/main" id="{8C498145-5705-B654-DA0B-11203D2EE2D7}"/>
              </a:ext>
            </a:extLst>
          </p:cNvPr>
          <p:cNvSpPr>
            <a:spLocks noGrp="1"/>
          </p:cNvSpPr>
          <p:nvPr/>
        </p:nvSpPr>
        <p:spPr>
          <a:xfrm>
            <a:off x="1390650" y="312420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Methane left H label">
            <a:extLst>
              <a:ext uri="{FF2B5EF4-FFF2-40B4-BE49-F238E27FC236}">
                <a16:creationId xmlns:a16="http://schemas.microsoft.com/office/drawing/2014/main" id="{97C99307-0D33-1D93-03AD-D0E1891E97D5}"/>
              </a:ext>
            </a:extLst>
          </p:cNvPr>
          <p:cNvSpPr>
            <a:spLocks noGrp="1"/>
          </p:cNvSpPr>
          <p:nvPr/>
        </p:nvSpPr>
        <p:spPr>
          <a:xfrm>
            <a:off x="1390650" y="31242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31" name="Methane right H bond">
            <a:extLst>
              <a:ext uri="{FF2B5EF4-FFF2-40B4-BE49-F238E27FC236}">
                <a16:creationId xmlns:a16="http://schemas.microsoft.com/office/drawing/2014/main" id="{5A372166-048B-A6CF-8820-7210BC06CAB7}"/>
              </a:ext>
            </a:extLst>
          </p:cNvPr>
          <p:cNvSpPr>
            <a:spLocks noGrp="1"/>
          </p:cNvSpPr>
          <p:nvPr/>
        </p:nvSpPr>
        <p:spPr>
          <a:xfrm>
            <a:off x="2124075" y="3248025"/>
            <a:ext cx="142875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Methane right H atom">
            <a:extLst>
              <a:ext uri="{FF2B5EF4-FFF2-40B4-BE49-F238E27FC236}">
                <a16:creationId xmlns:a16="http://schemas.microsoft.com/office/drawing/2014/main" id="{89789F27-8C9F-47B2-216A-C044C3979634}"/>
              </a:ext>
            </a:extLst>
          </p:cNvPr>
          <p:cNvSpPr>
            <a:spLocks noGrp="1"/>
          </p:cNvSpPr>
          <p:nvPr/>
        </p:nvSpPr>
        <p:spPr>
          <a:xfrm>
            <a:off x="2266950" y="312420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Methane right H label">
            <a:extLst>
              <a:ext uri="{FF2B5EF4-FFF2-40B4-BE49-F238E27FC236}">
                <a16:creationId xmlns:a16="http://schemas.microsoft.com/office/drawing/2014/main" id="{23A5A5AF-66D3-13EB-3C93-BD056165B244}"/>
              </a:ext>
            </a:extLst>
          </p:cNvPr>
          <p:cNvSpPr>
            <a:spLocks noGrp="1"/>
          </p:cNvSpPr>
          <p:nvPr/>
        </p:nvSpPr>
        <p:spPr>
          <a:xfrm>
            <a:off x="2266950" y="31242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34" name="Ethane C1 upper H bond">
            <a:extLst>
              <a:ext uri="{FF2B5EF4-FFF2-40B4-BE49-F238E27FC236}">
                <a16:creationId xmlns:a16="http://schemas.microsoft.com/office/drawing/2014/main" id="{97FC83B6-D05A-B2AA-0A57-C2E4887A7E58}"/>
              </a:ext>
            </a:extLst>
          </p:cNvPr>
          <p:cNvSpPr>
            <a:spLocks noGrp="1"/>
          </p:cNvSpPr>
          <p:nvPr/>
        </p:nvSpPr>
        <p:spPr>
          <a:xfrm>
            <a:off x="4572000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Ethane C1 upper H atom">
            <a:extLst>
              <a:ext uri="{FF2B5EF4-FFF2-40B4-BE49-F238E27FC236}">
                <a16:creationId xmlns:a16="http://schemas.microsoft.com/office/drawing/2014/main" id="{293ADCDD-76DE-02E4-A95A-1BCD7049C05F}"/>
              </a:ext>
            </a:extLst>
          </p:cNvPr>
          <p:cNvSpPr>
            <a:spLocks noGrp="1"/>
          </p:cNvSpPr>
          <p:nvPr/>
        </p:nvSpPr>
        <p:spPr>
          <a:xfrm>
            <a:off x="4448175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Ethane C1 upper H label">
            <a:extLst>
              <a:ext uri="{FF2B5EF4-FFF2-40B4-BE49-F238E27FC236}">
                <a16:creationId xmlns:a16="http://schemas.microsoft.com/office/drawing/2014/main" id="{9832E45E-C261-2081-96F2-D9F9A5102A87}"/>
              </a:ext>
            </a:extLst>
          </p:cNvPr>
          <p:cNvSpPr>
            <a:spLocks noGrp="1"/>
          </p:cNvSpPr>
          <p:nvPr/>
        </p:nvSpPr>
        <p:spPr>
          <a:xfrm>
            <a:off x="4448175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37" name="Ethane C1 lower H bond">
            <a:extLst>
              <a:ext uri="{FF2B5EF4-FFF2-40B4-BE49-F238E27FC236}">
                <a16:creationId xmlns:a16="http://schemas.microsoft.com/office/drawing/2014/main" id="{FDB0638A-D056-B74F-D3F8-62F95356DCFA}"/>
              </a:ext>
            </a:extLst>
          </p:cNvPr>
          <p:cNvSpPr>
            <a:spLocks noGrp="1"/>
          </p:cNvSpPr>
          <p:nvPr/>
        </p:nvSpPr>
        <p:spPr>
          <a:xfrm>
            <a:off x="4572000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8" name="Ethane C1 lower H atom">
            <a:extLst>
              <a:ext uri="{FF2B5EF4-FFF2-40B4-BE49-F238E27FC236}">
                <a16:creationId xmlns:a16="http://schemas.microsoft.com/office/drawing/2014/main" id="{26DC2DCC-D2F4-AD50-44AE-2DBFCDC60220}"/>
              </a:ext>
            </a:extLst>
          </p:cNvPr>
          <p:cNvSpPr>
            <a:spLocks noGrp="1"/>
          </p:cNvSpPr>
          <p:nvPr/>
        </p:nvSpPr>
        <p:spPr>
          <a:xfrm>
            <a:off x="4448175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Ethane C1 lower H label">
            <a:extLst>
              <a:ext uri="{FF2B5EF4-FFF2-40B4-BE49-F238E27FC236}">
                <a16:creationId xmlns:a16="http://schemas.microsoft.com/office/drawing/2014/main" id="{11489E43-4451-C02C-09CD-31E144273D8A}"/>
              </a:ext>
            </a:extLst>
          </p:cNvPr>
          <p:cNvSpPr>
            <a:spLocks noGrp="1"/>
          </p:cNvSpPr>
          <p:nvPr/>
        </p:nvSpPr>
        <p:spPr>
          <a:xfrm>
            <a:off x="4448175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40" name="Ethane left H bond">
            <a:extLst>
              <a:ext uri="{FF2B5EF4-FFF2-40B4-BE49-F238E27FC236}">
                <a16:creationId xmlns:a16="http://schemas.microsoft.com/office/drawing/2014/main" id="{93E0B6AC-4303-6F8B-5DBF-DA9A3006739C}"/>
              </a:ext>
            </a:extLst>
          </p:cNvPr>
          <p:cNvSpPr>
            <a:spLocks noGrp="1"/>
          </p:cNvSpPr>
          <p:nvPr/>
        </p:nvSpPr>
        <p:spPr>
          <a:xfrm>
            <a:off x="4257675" y="3248025"/>
            <a:ext cx="142875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" name="Ethane left H atom">
            <a:extLst>
              <a:ext uri="{FF2B5EF4-FFF2-40B4-BE49-F238E27FC236}">
                <a16:creationId xmlns:a16="http://schemas.microsoft.com/office/drawing/2014/main" id="{DAD6BDC6-29A0-2F79-9295-BA1A7147E28C}"/>
              </a:ext>
            </a:extLst>
          </p:cNvPr>
          <p:cNvSpPr>
            <a:spLocks noGrp="1"/>
          </p:cNvSpPr>
          <p:nvPr/>
        </p:nvSpPr>
        <p:spPr>
          <a:xfrm>
            <a:off x="4010025" y="312420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Ethane left H label">
            <a:extLst>
              <a:ext uri="{FF2B5EF4-FFF2-40B4-BE49-F238E27FC236}">
                <a16:creationId xmlns:a16="http://schemas.microsoft.com/office/drawing/2014/main" id="{EEBC633C-38AD-3D7F-5183-D849C6826E3F}"/>
              </a:ext>
            </a:extLst>
          </p:cNvPr>
          <p:cNvSpPr>
            <a:spLocks noGrp="1"/>
          </p:cNvSpPr>
          <p:nvPr/>
        </p:nvSpPr>
        <p:spPr>
          <a:xfrm>
            <a:off x="4010025" y="31242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43" name="Ethane C2 upper H bond">
            <a:extLst>
              <a:ext uri="{FF2B5EF4-FFF2-40B4-BE49-F238E27FC236}">
                <a16:creationId xmlns:a16="http://schemas.microsoft.com/office/drawing/2014/main" id="{5DA84223-1925-0645-BF28-AAC9E3850334}"/>
              </a:ext>
            </a:extLst>
          </p:cNvPr>
          <p:cNvSpPr>
            <a:spLocks noGrp="1"/>
          </p:cNvSpPr>
          <p:nvPr/>
        </p:nvSpPr>
        <p:spPr>
          <a:xfrm>
            <a:off x="5010150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4" name="Ethane C2 upper H atom">
            <a:extLst>
              <a:ext uri="{FF2B5EF4-FFF2-40B4-BE49-F238E27FC236}">
                <a16:creationId xmlns:a16="http://schemas.microsoft.com/office/drawing/2014/main" id="{B8630717-E741-27BE-46C3-1CA999E4AB95}"/>
              </a:ext>
            </a:extLst>
          </p:cNvPr>
          <p:cNvSpPr>
            <a:spLocks noGrp="1"/>
          </p:cNvSpPr>
          <p:nvPr/>
        </p:nvSpPr>
        <p:spPr>
          <a:xfrm>
            <a:off x="4886325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Ethane C2 upper H label">
            <a:extLst>
              <a:ext uri="{FF2B5EF4-FFF2-40B4-BE49-F238E27FC236}">
                <a16:creationId xmlns:a16="http://schemas.microsoft.com/office/drawing/2014/main" id="{626A87D6-EA16-35EC-0620-170F290E15DF}"/>
              </a:ext>
            </a:extLst>
          </p:cNvPr>
          <p:cNvSpPr>
            <a:spLocks noGrp="1"/>
          </p:cNvSpPr>
          <p:nvPr/>
        </p:nvSpPr>
        <p:spPr>
          <a:xfrm>
            <a:off x="4886325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46" name="Ethane C2 lower H bond">
            <a:extLst>
              <a:ext uri="{FF2B5EF4-FFF2-40B4-BE49-F238E27FC236}">
                <a16:creationId xmlns:a16="http://schemas.microsoft.com/office/drawing/2014/main" id="{906842BB-00F9-9228-AA07-E54037A0BD33}"/>
              </a:ext>
            </a:extLst>
          </p:cNvPr>
          <p:cNvSpPr>
            <a:spLocks noGrp="1"/>
          </p:cNvSpPr>
          <p:nvPr/>
        </p:nvSpPr>
        <p:spPr>
          <a:xfrm>
            <a:off x="5010150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7" name="Ethane C2 lower H atom">
            <a:extLst>
              <a:ext uri="{FF2B5EF4-FFF2-40B4-BE49-F238E27FC236}">
                <a16:creationId xmlns:a16="http://schemas.microsoft.com/office/drawing/2014/main" id="{65A1C851-6463-B656-5336-8B8BA8CDDA2E}"/>
              </a:ext>
            </a:extLst>
          </p:cNvPr>
          <p:cNvSpPr>
            <a:spLocks noGrp="1"/>
          </p:cNvSpPr>
          <p:nvPr/>
        </p:nvSpPr>
        <p:spPr>
          <a:xfrm>
            <a:off x="4886325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Ethane C2 lower H label">
            <a:extLst>
              <a:ext uri="{FF2B5EF4-FFF2-40B4-BE49-F238E27FC236}">
                <a16:creationId xmlns:a16="http://schemas.microsoft.com/office/drawing/2014/main" id="{B86F7C28-11ED-0DDF-1567-F9FB89BB18AC}"/>
              </a:ext>
            </a:extLst>
          </p:cNvPr>
          <p:cNvSpPr>
            <a:spLocks noGrp="1"/>
          </p:cNvSpPr>
          <p:nvPr/>
        </p:nvSpPr>
        <p:spPr>
          <a:xfrm>
            <a:off x="4886325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49" name="Ethane right H bond">
            <a:extLst>
              <a:ext uri="{FF2B5EF4-FFF2-40B4-BE49-F238E27FC236}">
                <a16:creationId xmlns:a16="http://schemas.microsoft.com/office/drawing/2014/main" id="{DAEB3D83-E0D4-3AAD-17F6-885150FF7A22}"/>
              </a:ext>
            </a:extLst>
          </p:cNvPr>
          <p:cNvSpPr>
            <a:spLocks noGrp="1"/>
          </p:cNvSpPr>
          <p:nvPr/>
        </p:nvSpPr>
        <p:spPr>
          <a:xfrm>
            <a:off x="5181600" y="3248025"/>
            <a:ext cx="142875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Ethane right H atom">
            <a:extLst>
              <a:ext uri="{FF2B5EF4-FFF2-40B4-BE49-F238E27FC236}">
                <a16:creationId xmlns:a16="http://schemas.microsoft.com/office/drawing/2014/main" id="{BB75FA13-9735-FCD9-FAA0-511D25AF6899}"/>
              </a:ext>
            </a:extLst>
          </p:cNvPr>
          <p:cNvSpPr>
            <a:spLocks noGrp="1"/>
          </p:cNvSpPr>
          <p:nvPr/>
        </p:nvSpPr>
        <p:spPr>
          <a:xfrm>
            <a:off x="5324475" y="312420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Ethane right H label">
            <a:extLst>
              <a:ext uri="{FF2B5EF4-FFF2-40B4-BE49-F238E27FC236}">
                <a16:creationId xmlns:a16="http://schemas.microsoft.com/office/drawing/2014/main" id="{EDE620FF-7C83-1A20-C24E-4925DB999F64}"/>
              </a:ext>
            </a:extLst>
          </p:cNvPr>
          <p:cNvSpPr>
            <a:spLocks noGrp="1"/>
          </p:cNvSpPr>
          <p:nvPr/>
        </p:nvSpPr>
        <p:spPr>
          <a:xfrm>
            <a:off x="5324475" y="31242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52" name="Propane C1 upper H bond">
            <a:extLst>
              <a:ext uri="{FF2B5EF4-FFF2-40B4-BE49-F238E27FC236}">
                <a16:creationId xmlns:a16="http://schemas.microsoft.com/office/drawing/2014/main" id="{D2FED802-9341-5C09-DAAE-126DAFF2B43A}"/>
              </a:ext>
            </a:extLst>
          </p:cNvPr>
          <p:cNvSpPr>
            <a:spLocks noGrp="1"/>
          </p:cNvSpPr>
          <p:nvPr/>
        </p:nvSpPr>
        <p:spPr>
          <a:xfrm>
            <a:off x="7191375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3" name="Propane C1 upper H atom">
            <a:extLst>
              <a:ext uri="{FF2B5EF4-FFF2-40B4-BE49-F238E27FC236}">
                <a16:creationId xmlns:a16="http://schemas.microsoft.com/office/drawing/2014/main" id="{1F24F391-C427-9CF6-01FB-7BD223A34858}"/>
              </a:ext>
            </a:extLst>
          </p:cNvPr>
          <p:cNvSpPr>
            <a:spLocks noGrp="1"/>
          </p:cNvSpPr>
          <p:nvPr/>
        </p:nvSpPr>
        <p:spPr>
          <a:xfrm>
            <a:off x="7067550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4" name="Propane C1 upper H label">
            <a:extLst>
              <a:ext uri="{FF2B5EF4-FFF2-40B4-BE49-F238E27FC236}">
                <a16:creationId xmlns:a16="http://schemas.microsoft.com/office/drawing/2014/main" id="{7E1F3616-3CA4-FDC9-D184-362479B6ECE4}"/>
              </a:ext>
            </a:extLst>
          </p:cNvPr>
          <p:cNvSpPr>
            <a:spLocks noGrp="1"/>
          </p:cNvSpPr>
          <p:nvPr/>
        </p:nvSpPr>
        <p:spPr>
          <a:xfrm>
            <a:off x="7067550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55" name="Propane C1 lower H bond">
            <a:extLst>
              <a:ext uri="{FF2B5EF4-FFF2-40B4-BE49-F238E27FC236}">
                <a16:creationId xmlns:a16="http://schemas.microsoft.com/office/drawing/2014/main" id="{D2DCB71A-F3F1-3A65-C983-82154577F42F}"/>
              </a:ext>
            </a:extLst>
          </p:cNvPr>
          <p:cNvSpPr>
            <a:spLocks noGrp="1"/>
          </p:cNvSpPr>
          <p:nvPr/>
        </p:nvSpPr>
        <p:spPr>
          <a:xfrm>
            <a:off x="7191375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Propane C1 lower H atom">
            <a:extLst>
              <a:ext uri="{FF2B5EF4-FFF2-40B4-BE49-F238E27FC236}">
                <a16:creationId xmlns:a16="http://schemas.microsoft.com/office/drawing/2014/main" id="{012C281E-9F41-CC2E-AF3E-19F45E9E96EA}"/>
              </a:ext>
            </a:extLst>
          </p:cNvPr>
          <p:cNvSpPr>
            <a:spLocks noGrp="1"/>
          </p:cNvSpPr>
          <p:nvPr/>
        </p:nvSpPr>
        <p:spPr>
          <a:xfrm>
            <a:off x="7067550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Propane C1 lower H label">
            <a:extLst>
              <a:ext uri="{FF2B5EF4-FFF2-40B4-BE49-F238E27FC236}">
                <a16:creationId xmlns:a16="http://schemas.microsoft.com/office/drawing/2014/main" id="{1C693A04-B17B-0865-B3F0-F275953E742C}"/>
              </a:ext>
            </a:extLst>
          </p:cNvPr>
          <p:cNvSpPr>
            <a:spLocks noGrp="1"/>
          </p:cNvSpPr>
          <p:nvPr/>
        </p:nvSpPr>
        <p:spPr>
          <a:xfrm>
            <a:off x="7067550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58" name="Propane left H bond">
            <a:extLst>
              <a:ext uri="{FF2B5EF4-FFF2-40B4-BE49-F238E27FC236}">
                <a16:creationId xmlns:a16="http://schemas.microsoft.com/office/drawing/2014/main" id="{21A12CF7-DE20-2826-CD57-304D4AC2D865}"/>
              </a:ext>
            </a:extLst>
          </p:cNvPr>
          <p:cNvSpPr>
            <a:spLocks noGrp="1"/>
          </p:cNvSpPr>
          <p:nvPr/>
        </p:nvSpPr>
        <p:spPr>
          <a:xfrm>
            <a:off x="6877050" y="3248025"/>
            <a:ext cx="142875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Propane left H atom">
            <a:extLst>
              <a:ext uri="{FF2B5EF4-FFF2-40B4-BE49-F238E27FC236}">
                <a16:creationId xmlns:a16="http://schemas.microsoft.com/office/drawing/2014/main" id="{B69F34D3-6262-BEA9-7FE5-486F3F0090C8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Propane left H label">
            <a:extLst>
              <a:ext uri="{FF2B5EF4-FFF2-40B4-BE49-F238E27FC236}">
                <a16:creationId xmlns:a16="http://schemas.microsoft.com/office/drawing/2014/main" id="{EA47B06C-3927-2294-6DB3-4C40C75B3D33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61" name="Propane C2 upper H bond">
            <a:extLst>
              <a:ext uri="{FF2B5EF4-FFF2-40B4-BE49-F238E27FC236}">
                <a16:creationId xmlns:a16="http://schemas.microsoft.com/office/drawing/2014/main" id="{8594D3BC-C524-1052-99C0-846B8E6098D9}"/>
              </a:ext>
            </a:extLst>
          </p:cNvPr>
          <p:cNvSpPr>
            <a:spLocks noGrp="1"/>
          </p:cNvSpPr>
          <p:nvPr/>
        </p:nvSpPr>
        <p:spPr>
          <a:xfrm>
            <a:off x="7629525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Propane C2 upper H atom">
            <a:extLst>
              <a:ext uri="{FF2B5EF4-FFF2-40B4-BE49-F238E27FC236}">
                <a16:creationId xmlns:a16="http://schemas.microsoft.com/office/drawing/2014/main" id="{64BC691F-1225-9C66-80F4-CD82E61CB442}"/>
              </a:ext>
            </a:extLst>
          </p:cNvPr>
          <p:cNvSpPr>
            <a:spLocks noGrp="1"/>
          </p:cNvSpPr>
          <p:nvPr/>
        </p:nvSpPr>
        <p:spPr>
          <a:xfrm>
            <a:off x="7505700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Propane C2 upper H label">
            <a:extLst>
              <a:ext uri="{FF2B5EF4-FFF2-40B4-BE49-F238E27FC236}">
                <a16:creationId xmlns:a16="http://schemas.microsoft.com/office/drawing/2014/main" id="{581214A5-8F9F-9E6A-8546-C20BD374344A}"/>
              </a:ext>
            </a:extLst>
          </p:cNvPr>
          <p:cNvSpPr>
            <a:spLocks noGrp="1"/>
          </p:cNvSpPr>
          <p:nvPr/>
        </p:nvSpPr>
        <p:spPr>
          <a:xfrm>
            <a:off x="7505700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64" name="Propane C2 lower H bond">
            <a:extLst>
              <a:ext uri="{FF2B5EF4-FFF2-40B4-BE49-F238E27FC236}">
                <a16:creationId xmlns:a16="http://schemas.microsoft.com/office/drawing/2014/main" id="{03D8F443-D379-FCD1-8C60-344376D98369}"/>
              </a:ext>
            </a:extLst>
          </p:cNvPr>
          <p:cNvSpPr>
            <a:spLocks noGrp="1"/>
          </p:cNvSpPr>
          <p:nvPr/>
        </p:nvSpPr>
        <p:spPr>
          <a:xfrm>
            <a:off x="7629525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Propane C2 lower H atom">
            <a:extLst>
              <a:ext uri="{FF2B5EF4-FFF2-40B4-BE49-F238E27FC236}">
                <a16:creationId xmlns:a16="http://schemas.microsoft.com/office/drawing/2014/main" id="{FA8450E9-12AC-3549-6F23-326523762373}"/>
              </a:ext>
            </a:extLst>
          </p:cNvPr>
          <p:cNvSpPr>
            <a:spLocks noGrp="1"/>
          </p:cNvSpPr>
          <p:nvPr/>
        </p:nvSpPr>
        <p:spPr>
          <a:xfrm>
            <a:off x="7505700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Propane C2 lower H label">
            <a:extLst>
              <a:ext uri="{FF2B5EF4-FFF2-40B4-BE49-F238E27FC236}">
                <a16:creationId xmlns:a16="http://schemas.microsoft.com/office/drawing/2014/main" id="{F4D02140-E617-206F-3E38-963D5A788673}"/>
              </a:ext>
            </a:extLst>
          </p:cNvPr>
          <p:cNvSpPr>
            <a:spLocks noGrp="1"/>
          </p:cNvSpPr>
          <p:nvPr/>
        </p:nvSpPr>
        <p:spPr>
          <a:xfrm>
            <a:off x="7505700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67" name="Propane C3 upper H bond">
            <a:extLst>
              <a:ext uri="{FF2B5EF4-FFF2-40B4-BE49-F238E27FC236}">
                <a16:creationId xmlns:a16="http://schemas.microsoft.com/office/drawing/2014/main" id="{DA017F87-C41C-AC1D-C84A-FC227858A5F2}"/>
              </a:ext>
            </a:extLst>
          </p:cNvPr>
          <p:cNvSpPr>
            <a:spLocks noGrp="1"/>
          </p:cNvSpPr>
          <p:nvPr/>
        </p:nvSpPr>
        <p:spPr>
          <a:xfrm>
            <a:off x="8067675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Propane C3 upper H atom">
            <a:extLst>
              <a:ext uri="{FF2B5EF4-FFF2-40B4-BE49-F238E27FC236}">
                <a16:creationId xmlns:a16="http://schemas.microsoft.com/office/drawing/2014/main" id="{4934EF98-B193-51A0-D00C-58AC807A3F08}"/>
              </a:ext>
            </a:extLst>
          </p:cNvPr>
          <p:cNvSpPr>
            <a:spLocks noGrp="1"/>
          </p:cNvSpPr>
          <p:nvPr/>
        </p:nvSpPr>
        <p:spPr>
          <a:xfrm>
            <a:off x="7943850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Propane C3 upper H label">
            <a:extLst>
              <a:ext uri="{FF2B5EF4-FFF2-40B4-BE49-F238E27FC236}">
                <a16:creationId xmlns:a16="http://schemas.microsoft.com/office/drawing/2014/main" id="{D509C286-F086-6EE6-F228-2C84CF77E841}"/>
              </a:ext>
            </a:extLst>
          </p:cNvPr>
          <p:cNvSpPr>
            <a:spLocks noGrp="1"/>
          </p:cNvSpPr>
          <p:nvPr/>
        </p:nvSpPr>
        <p:spPr>
          <a:xfrm>
            <a:off x="7943850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0" name="Propane C3 lower H bond">
            <a:extLst>
              <a:ext uri="{FF2B5EF4-FFF2-40B4-BE49-F238E27FC236}">
                <a16:creationId xmlns:a16="http://schemas.microsoft.com/office/drawing/2014/main" id="{B79D8946-0B5F-25D2-65C7-F815AC3D195E}"/>
              </a:ext>
            </a:extLst>
          </p:cNvPr>
          <p:cNvSpPr>
            <a:spLocks noGrp="1"/>
          </p:cNvSpPr>
          <p:nvPr/>
        </p:nvSpPr>
        <p:spPr>
          <a:xfrm>
            <a:off x="8067675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Propane C3 lower H atom">
            <a:extLst>
              <a:ext uri="{FF2B5EF4-FFF2-40B4-BE49-F238E27FC236}">
                <a16:creationId xmlns:a16="http://schemas.microsoft.com/office/drawing/2014/main" id="{BDB0D81C-58F2-7CE1-5920-160AAB05059F}"/>
              </a:ext>
            </a:extLst>
          </p:cNvPr>
          <p:cNvSpPr>
            <a:spLocks noGrp="1"/>
          </p:cNvSpPr>
          <p:nvPr/>
        </p:nvSpPr>
        <p:spPr>
          <a:xfrm>
            <a:off x="7943850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Propane C3 lower H label">
            <a:extLst>
              <a:ext uri="{FF2B5EF4-FFF2-40B4-BE49-F238E27FC236}">
                <a16:creationId xmlns:a16="http://schemas.microsoft.com/office/drawing/2014/main" id="{22D3AF80-6BF1-2D4D-37BE-A0BCF2D8FE97}"/>
              </a:ext>
            </a:extLst>
          </p:cNvPr>
          <p:cNvSpPr>
            <a:spLocks noGrp="1"/>
          </p:cNvSpPr>
          <p:nvPr/>
        </p:nvSpPr>
        <p:spPr>
          <a:xfrm>
            <a:off x="7943850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3" name="Propane right H bond">
            <a:extLst>
              <a:ext uri="{FF2B5EF4-FFF2-40B4-BE49-F238E27FC236}">
                <a16:creationId xmlns:a16="http://schemas.microsoft.com/office/drawing/2014/main" id="{10945186-BB58-6FCB-9DE6-090B56EEE987}"/>
              </a:ext>
            </a:extLst>
          </p:cNvPr>
          <p:cNvSpPr>
            <a:spLocks noGrp="1"/>
          </p:cNvSpPr>
          <p:nvPr/>
        </p:nvSpPr>
        <p:spPr>
          <a:xfrm>
            <a:off x="8239125" y="3248025"/>
            <a:ext cx="142875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4" name="Propane right H atom">
            <a:extLst>
              <a:ext uri="{FF2B5EF4-FFF2-40B4-BE49-F238E27FC236}">
                <a16:creationId xmlns:a16="http://schemas.microsoft.com/office/drawing/2014/main" id="{478C68F8-5164-D368-6371-5AD326CDB712}"/>
              </a:ext>
            </a:extLst>
          </p:cNvPr>
          <p:cNvSpPr>
            <a:spLocks noGrp="1"/>
          </p:cNvSpPr>
          <p:nvPr/>
        </p:nvSpPr>
        <p:spPr>
          <a:xfrm>
            <a:off x="8382000" y="312420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Propane right H label">
            <a:extLst>
              <a:ext uri="{FF2B5EF4-FFF2-40B4-BE49-F238E27FC236}">
                <a16:creationId xmlns:a16="http://schemas.microsoft.com/office/drawing/2014/main" id="{2D6A7516-D135-0C13-733A-D34CEED4E4AB}"/>
              </a:ext>
            </a:extLst>
          </p:cNvPr>
          <p:cNvSpPr>
            <a:spLocks noGrp="1"/>
          </p:cNvSpPr>
          <p:nvPr/>
        </p:nvSpPr>
        <p:spPr>
          <a:xfrm>
            <a:off x="8382000" y="31242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6" name="Butane C1 upper H bond">
            <a:extLst>
              <a:ext uri="{FF2B5EF4-FFF2-40B4-BE49-F238E27FC236}">
                <a16:creationId xmlns:a16="http://schemas.microsoft.com/office/drawing/2014/main" id="{E6ACB676-93B5-3C12-B613-FA08B28B8EB7}"/>
              </a:ext>
            </a:extLst>
          </p:cNvPr>
          <p:cNvSpPr>
            <a:spLocks noGrp="1"/>
          </p:cNvSpPr>
          <p:nvPr/>
        </p:nvSpPr>
        <p:spPr>
          <a:xfrm>
            <a:off x="9810750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7" name="Butane C1 upper H atom">
            <a:extLst>
              <a:ext uri="{FF2B5EF4-FFF2-40B4-BE49-F238E27FC236}">
                <a16:creationId xmlns:a16="http://schemas.microsoft.com/office/drawing/2014/main" id="{0A244C81-DDAF-C82B-69B4-24E3C9817DD4}"/>
              </a:ext>
            </a:extLst>
          </p:cNvPr>
          <p:cNvSpPr>
            <a:spLocks noGrp="1"/>
          </p:cNvSpPr>
          <p:nvPr/>
        </p:nvSpPr>
        <p:spPr>
          <a:xfrm>
            <a:off x="9686925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Butane C1 upper H label">
            <a:extLst>
              <a:ext uri="{FF2B5EF4-FFF2-40B4-BE49-F238E27FC236}">
                <a16:creationId xmlns:a16="http://schemas.microsoft.com/office/drawing/2014/main" id="{46314E85-C6B1-8528-D47A-5691C5823DF1}"/>
              </a:ext>
            </a:extLst>
          </p:cNvPr>
          <p:cNvSpPr>
            <a:spLocks noGrp="1"/>
          </p:cNvSpPr>
          <p:nvPr/>
        </p:nvSpPr>
        <p:spPr>
          <a:xfrm>
            <a:off x="9686925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9" name="Butane C1 lower H bond">
            <a:extLst>
              <a:ext uri="{FF2B5EF4-FFF2-40B4-BE49-F238E27FC236}">
                <a16:creationId xmlns:a16="http://schemas.microsoft.com/office/drawing/2014/main" id="{4838B68C-8BE8-DFF7-7490-DC006DF30C0C}"/>
              </a:ext>
            </a:extLst>
          </p:cNvPr>
          <p:cNvSpPr>
            <a:spLocks noGrp="1"/>
          </p:cNvSpPr>
          <p:nvPr/>
        </p:nvSpPr>
        <p:spPr>
          <a:xfrm>
            <a:off x="9810750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0" name="Butane C1 lower H atom">
            <a:extLst>
              <a:ext uri="{FF2B5EF4-FFF2-40B4-BE49-F238E27FC236}">
                <a16:creationId xmlns:a16="http://schemas.microsoft.com/office/drawing/2014/main" id="{4572B046-30A5-DE07-8915-A28CE4605977}"/>
              </a:ext>
            </a:extLst>
          </p:cNvPr>
          <p:cNvSpPr>
            <a:spLocks noGrp="1"/>
          </p:cNvSpPr>
          <p:nvPr/>
        </p:nvSpPr>
        <p:spPr>
          <a:xfrm>
            <a:off x="9686925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Butane C1 lower H label">
            <a:extLst>
              <a:ext uri="{FF2B5EF4-FFF2-40B4-BE49-F238E27FC236}">
                <a16:creationId xmlns:a16="http://schemas.microsoft.com/office/drawing/2014/main" id="{0556DE2B-6D80-C7EB-B220-9879A038D727}"/>
              </a:ext>
            </a:extLst>
          </p:cNvPr>
          <p:cNvSpPr>
            <a:spLocks noGrp="1"/>
          </p:cNvSpPr>
          <p:nvPr/>
        </p:nvSpPr>
        <p:spPr>
          <a:xfrm>
            <a:off x="9686925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82" name="Butane left H bond">
            <a:extLst>
              <a:ext uri="{FF2B5EF4-FFF2-40B4-BE49-F238E27FC236}">
                <a16:creationId xmlns:a16="http://schemas.microsoft.com/office/drawing/2014/main" id="{5E886A02-41B2-693C-9AB8-190A38F51AD7}"/>
              </a:ext>
            </a:extLst>
          </p:cNvPr>
          <p:cNvSpPr>
            <a:spLocks noGrp="1"/>
          </p:cNvSpPr>
          <p:nvPr/>
        </p:nvSpPr>
        <p:spPr>
          <a:xfrm>
            <a:off x="9496425" y="3248025"/>
            <a:ext cx="142875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3" name="Butane left H atom">
            <a:extLst>
              <a:ext uri="{FF2B5EF4-FFF2-40B4-BE49-F238E27FC236}">
                <a16:creationId xmlns:a16="http://schemas.microsoft.com/office/drawing/2014/main" id="{FBF28847-35C8-C456-A8D3-7D5F389912BD}"/>
              </a:ext>
            </a:extLst>
          </p:cNvPr>
          <p:cNvSpPr>
            <a:spLocks noGrp="1"/>
          </p:cNvSpPr>
          <p:nvPr/>
        </p:nvSpPr>
        <p:spPr>
          <a:xfrm>
            <a:off x="9248775" y="312420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Butane left H label">
            <a:extLst>
              <a:ext uri="{FF2B5EF4-FFF2-40B4-BE49-F238E27FC236}">
                <a16:creationId xmlns:a16="http://schemas.microsoft.com/office/drawing/2014/main" id="{902993A1-3168-C18F-31CE-2CDDAFFD2068}"/>
              </a:ext>
            </a:extLst>
          </p:cNvPr>
          <p:cNvSpPr>
            <a:spLocks noGrp="1"/>
          </p:cNvSpPr>
          <p:nvPr/>
        </p:nvSpPr>
        <p:spPr>
          <a:xfrm>
            <a:off x="9248775" y="31242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85" name="Butane C2 upper H bond">
            <a:extLst>
              <a:ext uri="{FF2B5EF4-FFF2-40B4-BE49-F238E27FC236}">
                <a16:creationId xmlns:a16="http://schemas.microsoft.com/office/drawing/2014/main" id="{29A8D094-9525-52FF-BFA8-218AC74374B4}"/>
              </a:ext>
            </a:extLst>
          </p:cNvPr>
          <p:cNvSpPr>
            <a:spLocks noGrp="1"/>
          </p:cNvSpPr>
          <p:nvPr/>
        </p:nvSpPr>
        <p:spPr>
          <a:xfrm>
            <a:off x="10248900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Butane C2 upper H atom">
            <a:extLst>
              <a:ext uri="{FF2B5EF4-FFF2-40B4-BE49-F238E27FC236}">
                <a16:creationId xmlns:a16="http://schemas.microsoft.com/office/drawing/2014/main" id="{9BF9CBC0-1EAA-24D5-F253-B6E7053DE899}"/>
              </a:ext>
            </a:extLst>
          </p:cNvPr>
          <p:cNvSpPr>
            <a:spLocks noGrp="1"/>
          </p:cNvSpPr>
          <p:nvPr/>
        </p:nvSpPr>
        <p:spPr>
          <a:xfrm>
            <a:off x="10125075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Butane C2 upper H label">
            <a:extLst>
              <a:ext uri="{FF2B5EF4-FFF2-40B4-BE49-F238E27FC236}">
                <a16:creationId xmlns:a16="http://schemas.microsoft.com/office/drawing/2014/main" id="{1DEF485B-B683-4DD7-77FD-42165C525789}"/>
              </a:ext>
            </a:extLst>
          </p:cNvPr>
          <p:cNvSpPr>
            <a:spLocks noGrp="1"/>
          </p:cNvSpPr>
          <p:nvPr/>
        </p:nvSpPr>
        <p:spPr>
          <a:xfrm>
            <a:off x="10125075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88" name="Butane C2 lower H bond">
            <a:extLst>
              <a:ext uri="{FF2B5EF4-FFF2-40B4-BE49-F238E27FC236}">
                <a16:creationId xmlns:a16="http://schemas.microsoft.com/office/drawing/2014/main" id="{93946880-AFAF-25B5-F101-30BC23B50799}"/>
              </a:ext>
            </a:extLst>
          </p:cNvPr>
          <p:cNvSpPr>
            <a:spLocks noGrp="1"/>
          </p:cNvSpPr>
          <p:nvPr/>
        </p:nvSpPr>
        <p:spPr>
          <a:xfrm>
            <a:off x="10248900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9" name="Butane C2 lower H atom">
            <a:extLst>
              <a:ext uri="{FF2B5EF4-FFF2-40B4-BE49-F238E27FC236}">
                <a16:creationId xmlns:a16="http://schemas.microsoft.com/office/drawing/2014/main" id="{FDEFD0CC-231C-2FD5-0BE1-2E51D3B29D53}"/>
              </a:ext>
            </a:extLst>
          </p:cNvPr>
          <p:cNvSpPr>
            <a:spLocks noGrp="1"/>
          </p:cNvSpPr>
          <p:nvPr/>
        </p:nvSpPr>
        <p:spPr>
          <a:xfrm>
            <a:off x="10125075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Butane C2 lower H label">
            <a:extLst>
              <a:ext uri="{FF2B5EF4-FFF2-40B4-BE49-F238E27FC236}">
                <a16:creationId xmlns:a16="http://schemas.microsoft.com/office/drawing/2014/main" id="{C6003215-25A1-6F16-8983-92115F6C0C1C}"/>
              </a:ext>
            </a:extLst>
          </p:cNvPr>
          <p:cNvSpPr>
            <a:spLocks noGrp="1"/>
          </p:cNvSpPr>
          <p:nvPr/>
        </p:nvSpPr>
        <p:spPr>
          <a:xfrm>
            <a:off x="10125075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91" name="Butane C3 upper H bond">
            <a:extLst>
              <a:ext uri="{FF2B5EF4-FFF2-40B4-BE49-F238E27FC236}">
                <a16:creationId xmlns:a16="http://schemas.microsoft.com/office/drawing/2014/main" id="{DEF0279C-556E-8190-9AEE-81811BBC5D7C}"/>
              </a:ext>
            </a:extLst>
          </p:cNvPr>
          <p:cNvSpPr>
            <a:spLocks noGrp="1"/>
          </p:cNvSpPr>
          <p:nvPr/>
        </p:nvSpPr>
        <p:spPr>
          <a:xfrm>
            <a:off x="10687050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2" name="Butane C3 upper H atom">
            <a:extLst>
              <a:ext uri="{FF2B5EF4-FFF2-40B4-BE49-F238E27FC236}">
                <a16:creationId xmlns:a16="http://schemas.microsoft.com/office/drawing/2014/main" id="{70B6FFD0-6D49-7690-F4F0-FA2142B9A4C8}"/>
              </a:ext>
            </a:extLst>
          </p:cNvPr>
          <p:cNvSpPr>
            <a:spLocks noGrp="1"/>
          </p:cNvSpPr>
          <p:nvPr/>
        </p:nvSpPr>
        <p:spPr>
          <a:xfrm>
            <a:off x="10563225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Butane C3 upper H label">
            <a:extLst>
              <a:ext uri="{FF2B5EF4-FFF2-40B4-BE49-F238E27FC236}">
                <a16:creationId xmlns:a16="http://schemas.microsoft.com/office/drawing/2014/main" id="{0B7E8E77-FC84-2809-08CC-70CB16796820}"/>
              </a:ext>
            </a:extLst>
          </p:cNvPr>
          <p:cNvSpPr>
            <a:spLocks noGrp="1"/>
          </p:cNvSpPr>
          <p:nvPr/>
        </p:nvSpPr>
        <p:spPr>
          <a:xfrm>
            <a:off x="10563225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94" name="Butane C3 lower H bond">
            <a:extLst>
              <a:ext uri="{FF2B5EF4-FFF2-40B4-BE49-F238E27FC236}">
                <a16:creationId xmlns:a16="http://schemas.microsoft.com/office/drawing/2014/main" id="{B7449378-227B-6E98-6EFC-8C79D68FA12C}"/>
              </a:ext>
            </a:extLst>
          </p:cNvPr>
          <p:cNvSpPr>
            <a:spLocks noGrp="1"/>
          </p:cNvSpPr>
          <p:nvPr/>
        </p:nvSpPr>
        <p:spPr>
          <a:xfrm>
            <a:off x="10687050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5" name="Butane C3 lower H atom">
            <a:extLst>
              <a:ext uri="{FF2B5EF4-FFF2-40B4-BE49-F238E27FC236}">
                <a16:creationId xmlns:a16="http://schemas.microsoft.com/office/drawing/2014/main" id="{799176EB-2B18-C446-7262-73507B9D87A2}"/>
              </a:ext>
            </a:extLst>
          </p:cNvPr>
          <p:cNvSpPr>
            <a:spLocks noGrp="1"/>
          </p:cNvSpPr>
          <p:nvPr/>
        </p:nvSpPr>
        <p:spPr>
          <a:xfrm>
            <a:off x="10563225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Butane C3 lower H label">
            <a:extLst>
              <a:ext uri="{FF2B5EF4-FFF2-40B4-BE49-F238E27FC236}">
                <a16:creationId xmlns:a16="http://schemas.microsoft.com/office/drawing/2014/main" id="{8B6E6D4A-9A2A-142A-E71F-3C09BBC2AF93}"/>
              </a:ext>
            </a:extLst>
          </p:cNvPr>
          <p:cNvSpPr>
            <a:spLocks noGrp="1"/>
          </p:cNvSpPr>
          <p:nvPr/>
        </p:nvSpPr>
        <p:spPr>
          <a:xfrm>
            <a:off x="10563225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97" name="Butane C4 upper H bond">
            <a:extLst>
              <a:ext uri="{FF2B5EF4-FFF2-40B4-BE49-F238E27FC236}">
                <a16:creationId xmlns:a16="http://schemas.microsoft.com/office/drawing/2014/main" id="{3F1E7E89-F84E-A838-FA2A-2E6C733EBD7B}"/>
              </a:ext>
            </a:extLst>
          </p:cNvPr>
          <p:cNvSpPr>
            <a:spLocks noGrp="1"/>
          </p:cNvSpPr>
          <p:nvPr/>
        </p:nvSpPr>
        <p:spPr>
          <a:xfrm>
            <a:off x="11125200" y="2933700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8" name="Butane C4 upper H atom">
            <a:extLst>
              <a:ext uri="{FF2B5EF4-FFF2-40B4-BE49-F238E27FC236}">
                <a16:creationId xmlns:a16="http://schemas.microsoft.com/office/drawing/2014/main" id="{20A3CF3E-810D-25CF-0255-36CF54D13FF5}"/>
              </a:ext>
            </a:extLst>
          </p:cNvPr>
          <p:cNvSpPr>
            <a:spLocks noGrp="1"/>
          </p:cNvSpPr>
          <p:nvPr/>
        </p:nvSpPr>
        <p:spPr>
          <a:xfrm>
            <a:off x="11001375" y="26860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Butane C4 upper H label">
            <a:extLst>
              <a:ext uri="{FF2B5EF4-FFF2-40B4-BE49-F238E27FC236}">
                <a16:creationId xmlns:a16="http://schemas.microsoft.com/office/drawing/2014/main" id="{4A3FEC42-1851-3AFB-DDAF-80B15A93AE30}"/>
              </a:ext>
            </a:extLst>
          </p:cNvPr>
          <p:cNvSpPr>
            <a:spLocks noGrp="1"/>
          </p:cNvSpPr>
          <p:nvPr/>
        </p:nvSpPr>
        <p:spPr>
          <a:xfrm>
            <a:off x="11001375" y="26860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00" name="Butane C4 lower H bond">
            <a:extLst>
              <a:ext uri="{FF2B5EF4-FFF2-40B4-BE49-F238E27FC236}">
                <a16:creationId xmlns:a16="http://schemas.microsoft.com/office/drawing/2014/main" id="{9B0D47E5-CB63-DF3C-2EF0-AA0E3AD63706}"/>
              </a:ext>
            </a:extLst>
          </p:cNvPr>
          <p:cNvSpPr>
            <a:spLocks noGrp="1"/>
          </p:cNvSpPr>
          <p:nvPr/>
        </p:nvSpPr>
        <p:spPr>
          <a:xfrm>
            <a:off x="11125200" y="3419475"/>
            <a:ext cx="0" cy="1428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1" name="Butane C4 lower H atom">
            <a:extLst>
              <a:ext uri="{FF2B5EF4-FFF2-40B4-BE49-F238E27FC236}">
                <a16:creationId xmlns:a16="http://schemas.microsoft.com/office/drawing/2014/main" id="{C01F6BCD-896D-A15D-1DE4-390ECB058BD8}"/>
              </a:ext>
            </a:extLst>
          </p:cNvPr>
          <p:cNvSpPr>
            <a:spLocks noGrp="1"/>
          </p:cNvSpPr>
          <p:nvPr/>
        </p:nvSpPr>
        <p:spPr>
          <a:xfrm>
            <a:off x="11001375" y="356235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Butane C4 lower H label">
            <a:extLst>
              <a:ext uri="{FF2B5EF4-FFF2-40B4-BE49-F238E27FC236}">
                <a16:creationId xmlns:a16="http://schemas.microsoft.com/office/drawing/2014/main" id="{A55760F2-CD86-A594-CC86-CF568DC3824D}"/>
              </a:ext>
            </a:extLst>
          </p:cNvPr>
          <p:cNvSpPr>
            <a:spLocks noGrp="1"/>
          </p:cNvSpPr>
          <p:nvPr/>
        </p:nvSpPr>
        <p:spPr>
          <a:xfrm>
            <a:off x="11001375" y="356235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03" name="Butane right H bond">
            <a:extLst>
              <a:ext uri="{FF2B5EF4-FFF2-40B4-BE49-F238E27FC236}">
                <a16:creationId xmlns:a16="http://schemas.microsoft.com/office/drawing/2014/main" id="{472E5830-92CD-9D9A-1DC5-BAB255C86A76}"/>
              </a:ext>
            </a:extLst>
          </p:cNvPr>
          <p:cNvSpPr>
            <a:spLocks noGrp="1"/>
          </p:cNvSpPr>
          <p:nvPr/>
        </p:nvSpPr>
        <p:spPr>
          <a:xfrm>
            <a:off x="11296650" y="3248025"/>
            <a:ext cx="142875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4" name="Butane right H atom">
            <a:extLst>
              <a:ext uri="{FF2B5EF4-FFF2-40B4-BE49-F238E27FC236}">
                <a16:creationId xmlns:a16="http://schemas.microsoft.com/office/drawing/2014/main" id="{BAC7C2F1-6A95-CBA6-C729-9CD24D916E26}"/>
              </a:ext>
            </a:extLst>
          </p:cNvPr>
          <p:cNvSpPr>
            <a:spLocks noGrp="1"/>
          </p:cNvSpPr>
          <p:nvPr/>
        </p:nvSpPr>
        <p:spPr>
          <a:xfrm>
            <a:off x="11439525" y="3124200"/>
            <a:ext cx="247650" cy="247650"/>
          </a:xfrm>
          <a:prstGeom prst="ellipse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Butane right H label">
            <a:extLst>
              <a:ext uri="{FF2B5EF4-FFF2-40B4-BE49-F238E27FC236}">
                <a16:creationId xmlns:a16="http://schemas.microsoft.com/office/drawing/2014/main" id="{DE0F1D4F-437F-318A-2E4A-B5D27F381F74}"/>
              </a:ext>
            </a:extLst>
          </p:cNvPr>
          <p:cNvSpPr>
            <a:spLocks noGrp="1"/>
          </p:cNvSpPr>
          <p:nvPr/>
        </p:nvSpPr>
        <p:spPr>
          <a:xfrm>
            <a:off x="11439525" y="3124200"/>
            <a:ext cx="2476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714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4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544522066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50CF8-4B01-3F9C-622D-708C186E0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F1B4F8-AAC9-072F-EEDF-D1794BA25BD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67EFDB-CF1C-8C4F-B301-18212CDA31B9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20 / 64</a:t>
            </a: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" name="Natural gas reserves are also concentrated">
            <a:extLst>
              <a:ext uri="{FF2B5EF4-FFF2-40B4-BE49-F238E27FC236}">
                <a16:creationId xmlns:a16="http://schemas.microsoft.com/office/drawing/2014/main" id="{C2EDE165-385B-22BE-BA2F-3B0BDABB8A3B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Natural gas reserves are also concentrated</a:t>
            </a:r>
          </a:p>
        </p:txBody>
      </p:sp>
      <p:sp>
        <p:nvSpPr>
          <p:cNvPr id="4" name="Share of global reserves (%) · 2011 book data · approxi">
            <a:extLst>
              <a:ext uri="{FF2B5EF4-FFF2-40B4-BE49-F238E27FC236}">
                <a16:creationId xmlns:a16="http://schemas.microsoft.com/office/drawing/2014/main" id="{D6A66760-3C20-B8CD-8561-7C5611C0A314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10715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Share of global reserves (%) · 2011 book data · approximate bar readings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078817E7-E5C4-198F-B16A-14A2F0A09A96}"/>
              </a:ext>
            </a:extLst>
          </p:cNvPr>
          <p:cNvGraphicFramePr/>
          <p:nvPr/>
        </p:nvGraphicFramePr>
        <p:xfrm>
          <a:off x="714375" y="2428875"/>
          <a:ext cx="10715625" cy="28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ussia, Iran, and Qatar hold more than half in the book">
            <a:extLst>
              <a:ext uri="{FF2B5EF4-FFF2-40B4-BE49-F238E27FC236}">
                <a16:creationId xmlns:a16="http://schemas.microsoft.com/office/drawing/2014/main" id="{523F9490-DD4A-8650-593F-46264D4E4785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06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Russia, Iran, and Qatar hold more than half in the book’s dataset.</a:t>
            </a:r>
          </a:p>
        </p:txBody>
      </p:sp>
      <p:sp>
        <p:nvSpPr>
          <p:cNvPr id="7" name="Fig. 9.10, national panel redrawn: a few countries cont">
            <a:extLst>
              <a:ext uri="{FF2B5EF4-FFF2-40B4-BE49-F238E27FC236}">
                <a16:creationId xmlns:a16="http://schemas.microsoft.com/office/drawing/2014/main" id="{EEFA0BCF-4441-CCD6-0FD2-3EE11DC74523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9.10, national panel redrawn: a few countries control a large share of known gas reserves. Historical distribution, not a current ranking.</a:t>
            </a:r>
          </a:p>
        </p:txBody>
      </p:sp>
    </p:spTree>
    <p:extLst>
      <p:ext uri="{BB962C8B-B14F-4D97-AF65-F5344CB8AC3E}">
        <p14:creationId xmlns:p14="http://schemas.microsoft.com/office/powerpoint/2010/main" val="663416270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9CA09-5A0C-880F-5D70-533E8E39B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359631-BA6C-3655-1877-34E75958A07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F6443D-9BC4-3960-18FC-6B68D94D3C6E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21 / 64</a:t>
            </a:r>
            <a:r>
              <a:rPr lang="en-US"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/>
            </a: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REBUILT9_title">
            <a:extLst>
              <a:ext uri="{FF2B5EF4-FFF2-40B4-BE49-F238E27FC236}">
                <a16:creationId xmlns:a16="http://schemas.microsoft.com/office/drawing/2014/main" id="{426AEFBE-428D-4E29-886C-18A7E36489D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Regional natural gas reserves</a:t>
            </a:r>
          </a:p>
        </p:txBody>
      </p:sp>
      <p:sp>
        <p:nvSpPr>
          <p:cNvPr id="11" name="REBUILT9_year">
            <a:extLst>
              <a:ext uri="{FF2B5EF4-FFF2-40B4-BE49-F238E27FC236}">
                <a16:creationId xmlns:a16="http://schemas.microsoft.com/office/drawing/2014/main" id="{4F44A504-3950-4D78-B23F-F37B0721F39A}"/>
              </a:ext>
            </a:extLst>
          </p:cNvPr>
          <p:cNvSpPr>
            <a:spLocks noGrp="1"/>
          </p:cNvSpPr>
          <p:nvPr/>
        </p:nvSpPr>
        <p:spPr>
          <a:xfrm>
            <a:off x="647700" y="168592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7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Regional shares in the book’s 2011 dataset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06266C6E-45F2-4700-B8F3-513593FEEC73}"/>
              </a:ext>
            </a:extLst>
          </p:cNvPr>
          <p:cNvGraphicFramePr/>
          <p:nvPr/>
        </p:nvGraphicFramePr>
        <p:xfrm>
          <a:off x="714375" y="2038350"/>
          <a:ext cx="1057275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BUILT9_takeaway">
            <a:extLst>
              <a:ext uri="{FF2B5EF4-FFF2-40B4-BE49-F238E27FC236}">
                <a16:creationId xmlns:a16="http://schemas.microsoft.com/office/drawing/2014/main" id="{02E6CEC6-1190-437A-A13B-9E3DE4C8563B}"/>
              </a:ext>
            </a:extLst>
          </p:cNvPr>
          <p:cNvSpPr>
            <a:spLocks noGrp="1"/>
          </p:cNvSpPr>
          <p:nvPr/>
        </p:nvSpPr>
        <p:spPr>
          <a:xfrm>
            <a:off x="723900" y="5857875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The Middle East and Northern Eurasia dominate this historical distribution.</a:t>
            </a:r>
          </a:p>
        </p:txBody>
      </p:sp>
      <p:sp>
        <p:nvSpPr>
          <p:cNvPr id="14" name="REBUILT9_caption">
            <a:extLst>
              <a:ext uri="{FF2B5EF4-FFF2-40B4-BE49-F238E27FC236}">
                <a16:creationId xmlns:a16="http://schemas.microsoft.com/office/drawing/2014/main" id="{F19E53D0-CC1A-4BA7-A20A-F1E6C99C9A84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15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9.10, reconstructed. Approximate slice sizes read from the printed pie; not exact source percentages.</a:t>
            </a:r>
          </a:p>
        </p:txBody>
      </p:sp>
    </p:spTree>
    <p:extLst>
      <p:ext uri="{BB962C8B-B14F-4D97-AF65-F5344CB8AC3E}">
        <p14:creationId xmlns:p14="http://schemas.microsoft.com/office/powerpoint/2010/main" val="3153136726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B4D86-5086-8FC6-AE7E-D315AE681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E77F04-C245-C8E4-A7A8-BC633609BB2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2B5F16-3EE2-39B6-39E1-4B37AA04748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22 / 64</a:t>
            </a:r>
            <a:r>
              <a:rPr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REBUILT9_title">
            <a:extLst>
              <a:ext uri="{FF2B5EF4-FFF2-40B4-BE49-F238E27FC236}">
                <a16:creationId xmlns:a16="http://schemas.microsoft.com/office/drawing/2014/main" id="{EFC6B25A-53E9-4084-93C8-8DAC4081936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Natural gas deposits, oil and coal beds</a:t>
            </a:r>
          </a:p>
        </p:txBody>
      </p:sp>
      <p:sp>
        <p:nvSpPr>
          <p:cNvPr id="11" name="REBUILT9_subtitle">
            <a:extLst>
              <a:ext uri="{FF2B5EF4-FFF2-40B4-BE49-F238E27FC236}">
                <a16:creationId xmlns:a16="http://schemas.microsoft.com/office/drawing/2014/main" id="{04E11BF2-5A94-4E8D-BC31-BDA512BF4902}"/>
              </a:ext>
            </a:extLst>
          </p:cNvPr>
          <p:cNvSpPr>
            <a:spLocks noGrp="1"/>
          </p:cNvSpPr>
          <p:nvPr/>
        </p:nvSpPr>
        <p:spPr>
          <a:xfrm>
            <a:off x="647700" y="1704975"/>
            <a:ext cx="1081087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8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Gas can migrate through porous rock and collect beneath an impermeable layer.</a:t>
            </a:r>
          </a:p>
        </p:txBody>
      </p:sp>
      <p:pic>
        <p:nvPicPr>
          <p:cNvPr id="12" name="REBUILT9_GAS" descr="Coastal geology: coal bed higher on land, oil lower beneath the sea, gas trapped beneath cap rock.">
            <a:extLst>
              <a:ext uri="{FF2B5EF4-FFF2-40B4-BE49-F238E27FC236}">
                <a16:creationId xmlns:a16="http://schemas.microsoft.com/office/drawing/2014/main" id="{AE5FA3C8-9361-4BDE-9AEC-5093914A3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134152"/>
            <a:ext cx="10953750" cy="4380395"/>
          </a:xfrm>
          <a:prstGeom prst="rect">
            <a:avLst/>
          </a:prstGeom>
        </p:spPr>
      </p:pic>
      <p:sp>
        <p:nvSpPr>
          <p:cNvPr id="13" name="REBUILT9_caption">
            <a:extLst>
              <a:ext uri="{FF2B5EF4-FFF2-40B4-BE49-F238E27FC236}">
                <a16:creationId xmlns:a16="http://schemas.microsoft.com/office/drawing/2014/main" id="{D2D3CF17-364D-4EC3-99F4-557E8391DBE0}"/>
              </a:ext>
            </a:extLst>
          </p:cNvPr>
          <p:cNvSpPr>
            <a:spLocks noGrp="1"/>
          </p:cNvSpPr>
          <p:nvPr/>
        </p:nvSpPr>
        <p:spPr>
          <a:xfrm>
            <a:off x="723900" y="6496050"/>
            <a:ext cx="10715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9.8, reconstructed teaching schematic. Colored zones represent fluids in rock pores, not open caverns.</a:t>
            </a:r>
          </a:p>
        </p:txBody>
      </p:sp>
    </p:spTree>
    <p:extLst>
      <p:ext uri="{BB962C8B-B14F-4D97-AF65-F5344CB8AC3E}">
        <p14:creationId xmlns:p14="http://schemas.microsoft.com/office/powerpoint/2010/main" val="3170172936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1F918-D54A-C8BC-7BA4-06A50DC4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696F3C-798E-779D-0499-C0571F42DAA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DDF68C-17BE-B1E0-A917-64F8C94A1D6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23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788345-FE3C-6FA5-A9AB-581E2359630A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Generation – Using Nuclear Power</a:t>
            </a:r>
            <a:endParaRPr sz="33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512B7-DC9F-B0CE-2CA0-944D84C15CE3}"/>
              </a:ext>
            </a:extLst>
          </p:cNvPr>
          <p:cNvSpPr>
            <a:spLocks noGrp="1"/>
          </p:cNvSpPr>
          <p:nvPr/>
        </p:nvSpPr>
        <p:spPr>
          <a:xfrm>
            <a:off x="2473557" y="6143625"/>
            <a:ext cx="7225836" cy="54636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</a:rPr>
              <a:t>Nuclear Energy ---------------------</a:t>
            </a: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  <a:sym typeface="Wingdings" pitchFamily="2" charset="2"/>
              </a:rPr>
              <a:t>Electrical Energy</a:t>
            </a:r>
            <a:endParaRPr sz="2400" b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Picture 5" descr="Reconstructed pressurized-water nuclear plant with three separate water circuits.">
            <a:extLst>
              <a:ext uri="{FF2B5EF4-FFF2-40B4-BE49-F238E27FC236}">
                <a16:creationId xmlns:a16="http://schemas.microsoft.com/office/drawing/2014/main" id="{459753C8-17F3-CD21-C5CF-6FBDC8525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14500"/>
            <a:ext cx="10477500" cy="4191000"/>
          </a:xfrm>
          <a:prstGeom prst="rect">
            <a:avLst/>
          </a:prstGeom>
        </p:spPr>
      </p:pic>
      <p:sp>
        <p:nvSpPr>
          <p:cNvPr id="10" name="POWER9_caption">
            <a:extLst>
              <a:ext uri="{FF2B5EF4-FFF2-40B4-BE49-F238E27FC236}">
                <a16:creationId xmlns:a16="http://schemas.microsoft.com/office/drawing/2014/main" id="{8ADD1328-7464-4C5A-8EBA-00ADF3764570}"/>
              </a:ext>
            </a:extLst>
          </p:cNvPr>
          <p:cNvSpPr>
            <a:spLocks noGrp="1"/>
          </p:cNvSpPr>
          <p:nvPr/>
        </p:nvSpPr>
        <p:spPr>
          <a:xfrm>
            <a:off x="695325" y="5915025"/>
            <a:ext cx="108108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9.17, reconstructed. Fission supplies heat. Three separate water circuits transfer heat without mixing.</a:t>
            </a:r>
          </a:p>
        </p:txBody>
      </p:sp>
    </p:spTree>
    <p:extLst>
      <p:ext uri="{BB962C8B-B14F-4D97-AF65-F5344CB8AC3E}">
        <p14:creationId xmlns:p14="http://schemas.microsoft.com/office/powerpoint/2010/main" val="3980193032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1DFFC-5898-80D2-BCDC-8F9CF3C9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9BBFF8-55A5-779A-6CFC-31C896E7E21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24DD88-E113-32AD-DE7A-F1858DC613A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24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3949DC-C731-DBAF-FAD7-64EDF8BB1C87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Generation – Using Nuclear Power</a:t>
            </a:r>
            <a:endParaRPr sz="33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NUCLEAR ENERGY">
            <a:extLst>
              <a:ext uri="{FF2B5EF4-FFF2-40B4-BE49-F238E27FC236}">
                <a16:creationId xmlns:a16="http://schemas.microsoft.com/office/drawing/2014/main" id="{1B1FB183-DCF8-223D-FA8C-EDCF8ED9AE65}"/>
              </a:ext>
            </a:extLst>
          </p:cNvPr>
          <p:cNvSpPr>
            <a:spLocks noGrp="1"/>
          </p:cNvSpPr>
          <p:nvPr/>
        </p:nvSpPr>
        <p:spPr>
          <a:xfrm>
            <a:off x="733425" y="20002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NUCLEAR ENERGY</a:t>
            </a:r>
          </a:p>
        </p:txBody>
      </p:sp>
      <p:sp>
        <p:nvSpPr>
          <p:cNvPr id="7" name="THERMAL ENERGY">
            <a:extLst>
              <a:ext uri="{FF2B5EF4-FFF2-40B4-BE49-F238E27FC236}">
                <a16:creationId xmlns:a16="http://schemas.microsoft.com/office/drawing/2014/main" id="{3A1F3416-CE05-A06D-5C22-F3115BB1FAD7}"/>
              </a:ext>
            </a:extLst>
          </p:cNvPr>
          <p:cNvSpPr>
            <a:spLocks noGrp="1"/>
          </p:cNvSpPr>
          <p:nvPr/>
        </p:nvSpPr>
        <p:spPr>
          <a:xfrm>
            <a:off x="4152900" y="200025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THERMAL ENERGY</a:t>
            </a:r>
          </a:p>
        </p:txBody>
      </p:sp>
      <p:sp>
        <p:nvSpPr>
          <p:cNvPr id="8" name="MECHANICAL">
            <a:extLst>
              <a:ext uri="{FF2B5EF4-FFF2-40B4-BE49-F238E27FC236}">
                <a16:creationId xmlns:a16="http://schemas.microsoft.com/office/drawing/2014/main" id="{F560F66B-EAB6-18AD-47CD-613D6B3F0B4E}"/>
              </a:ext>
            </a:extLst>
          </p:cNvPr>
          <p:cNvSpPr>
            <a:spLocks noGrp="1"/>
          </p:cNvSpPr>
          <p:nvPr/>
        </p:nvSpPr>
        <p:spPr>
          <a:xfrm>
            <a:off x="6762750" y="2000250"/>
            <a:ext cx="21431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MECHANICAL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3B5752-F247-EB9D-7D5F-43289F5B9144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1905000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B7A0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actor core">
            <a:extLst>
              <a:ext uri="{FF2B5EF4-FFF2-40B4-BE49-F238E27FC236}">
                <a16:creationId xmlns:a16="http://schemas.microsoft.com/office/drawing/2014/main" id="{7391DEF0-1CE1-B1BF-9C5D-C7255E89DD79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1714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Reactor 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D592F2-9D90-48F1-4DB7-67671233BD99}"/>
              </a:ext>
            </a:extLst>
          </p:cNvPr>
          <p:cNvSpPr>
            <a:spLocks noGrp="1"/>
          </p:cNvSpPr>
          <p:nvPr/>
        </p:nvSpPr>
        <p:spPr>
          <a:xfrm>
            <a:off x="3505200" y="2857500"/>
            <a:ext cx="1952625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FFB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team&#10;generator">
            <a:extLst>
              <a:ext uri="{FF2B5EF4-FFF2-40B4-BE49-F238E27FC236}">
                <a16:creationId xmlns:a16="http://schemas.microsoft.com/office/drawing/2014/main" id="{DA6132DD-22B6-5C1D-922A-A9E89BC21F3A}"/>
              </a:ext>
            </a:extLst>
          </p:cNvPr>
          <p:cNvSpPr>
            <a:spLocks noGrp="1"/>
          </p:cNvSpPr>
          <p:nvPr/>
        </p:nvSpPr>
        <p:spPr>
          <a:xfrm>
            <a:off x="3600450" y="2952750"/>
            <a:ext cx="17621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Steam</a:t>
            </a:r>
          </a:p>
          <a:p>
            <a: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2F3B0A-5197-612D-34A4-14623C20C71F}"/>
              </a:ext>
            </a:extLst>
          </p:cNvPr>
          <p:cNvSpPr>
            <a:spLocks noGrp="1"/>
          </p:cNvSpPr>
          <p:nvPr/>
        </p:nvSpPr>
        <p:spPr>
          <a:xfrm>
            <a:off x="6315075" y="2857500"/>
            <a:ext cx="1952625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Steam&#10;turbine">
            <a:extLst>
              <a:ext uri="{FF2B5EF4-FFF2-40B4-BE49-F238E27FC236}">
                <a16:creationId xmlns:a16="http://schemas.microsoft.com/office/drawing/2014/main" id="{B2BE87A4-4165-9BF0-DEAD-9827336417A9}"/>
              </a:ext>
            </a:extLst>
          </p:cNvPr>
          <p:cNvSpPr>
            <a:spLocks noGrp="1"/>
          </p:cNvSpPr>
          <p:nvPr/>
        </p:nvSpPr>
        <p:spPr>
          <a:xfrm>
            <a:off x="6410325" y="2952750"/>
            <a:ext cx="17621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Steam</a:t>
            </a:r>
          </a:p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turbine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7826DC-C296-5840-6671-50B5FF919534}"/>
              </a:ext>
            </a:extLst>
          </p:cNvPr>
          <p:cNvSpPr>
            <a:spLocks noGrp="1"/>
          </p:cNvSpPr>
          <p:nvPr/>
        </p:nvSpPr>
        <p:spPr>
          <a:xfrm>
            <a:off x="9124950" y="2857500"/>
            <a:ext cx="2095500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F7D6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Generator">
            <a:extLst>
              <a:ext uri="{FF2B5EF4-FFF2-40B4-BE49-F238E27FC236}">
                <a16:creationId xmlns:a16="http://schemas.microsoft.com/office/drawing/2014/main" id="{0C77ECE1-97ED-6681-AD88-2D6893A3BF63}"/>
              </a:ext>
            </a:extLst>
          </p:cNvPr>
          <p:cNvSpPr>
            <a:spLocks noGrp="1"/>
          </p:cNvSpPr>
          <p:nvPr/>
        </p:nvSpPr>
        <p:spPr>
          <a:xfrm>
            <a:off x="9220200" y="2952750"/>
            <a:ext cx="19050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D675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DF12FDEA-0CB2-C111-3E64-9BEE1091709F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723900" cy="209550"/>
          </a:xfrm>
          <a:prstGeom prst="rightArrow">
            <a:avLst/>
          </a:prstGeom>
          <a:solidFill>
            <a:srgbClr val="B7A0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E159816-718F-15D2-EE01-8A91E5277872}"/>
              </a:ext>
            </a:extLst>
          </p:cNvPr>
          <p:cNvSpPr>
            <a:spLocks noGrp="1"/>
          </p:cNvSpPr>
          <p:nvPr/>
        </p:nvSpPr>
        <p:spPr>
          <a:xfrm>
            <a:off x="5514975" y="3209925"/>
            <a:ext cx="723900" cy="20955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E7769DD9-73F6-B25A-C6DB-C51AFC8069FC}"/>
              </a:ext>
            </a:extLst>
          </p:cNvPr>
          <p:cNvSpPr>
            <a:spLocks noGrp="1"/>
          </p:cNvSpPr>
          <p:nvPr/>
        </p:nvSpPr>
        <p:spPr>
          <a:xfrm>
            <a:off x="8324850" y="3209925"/>
            <a:ext cx="723900" cy="209550"/>
          </a:xfrm>
          <a:prstGeom prst="right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Fission releases heat">
            <a:extLst>
              <a:ext uri="{FF2B5EF4-FFF2-40B4-BE49-F238E27FC236}">
                <a16:creationId xmlns:a16="http://schemas.microsoft.com/office/drawing/2014/main" id="{B3C5A679-3D1D-E6E1-EF4C-0008CE64DB7B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714625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Fission releases heat</a:t>
            </a:r>
          </a:p>
        </p:txBody>
      </p:sp>
      <p:sp>
        <p:nvSpPr>
          <p:cNvPr id="24" name="Steam expands&#10;and turns the shaft">
            <a:extLst>
              <a:ext uri="{FF2B5EF4-FFF2-40B4-BE49-F238E27FC236}">
                <a16:creationId xmlns:a16="http://schemas.microsoft.com/office/drawing/2014/main" id="{64E70C02-F364-2DAA-1793-99F9CD1A49DC}"/>
              </a:ext>
            </a:extLst>
          </p:cNvPr>
          <p:cNvSpPr>
            <a:spLocks noGrp="1"/>
          </p:cNvSpPr>
          <p:nvPr/>
        </p:nvSpPr>
        <p:spPr>
          <a:xfrm>
            <a:off x="6257925" y="3943350"/>
            <a:ext cx="2190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Steam expands</a:t>
            </a:r>
          </a:p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turns the shaft</a:t>
            </a:r>
          </a:p>
        </p:txBody>
      </p:sp>
      <p:sp>
        <p:nvSpPr>
          <p:cNvPr id="25" name="Magnetic induction&#10;produces current">
            <a:extLst>
              <a:ext uri="{FF2B5EF4-FFF2-40B4-BE49-F238E27FC236}">
                <a16:creationId xmlns:a16="http://schemas.microsoft.com/office/drawing/2014/main" id="{1EC6A127-A44C-F066-BCC1-91DD45A437E1}"/>
              </a:ext>
            </a:extLst>
          </p:cNvPr>
          <p:cNvSpPr>
            <a:spLocks noGrp="1"/>
          </p:cNvSpPr>
          <p:nvPr/>
        </p:nvSpPr>
        <p:spPr>
          <a:xfrm>
            <a:off x="9067800" y="3943350"/>
            <a:ext cx="23526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Magnetic induction</a:t>
            </a:r>
          </a:p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produces current</a:t>
            </a:r>
          </a:p>
        </p:txBody>
      </p:sp>
      <p:sp>
        <p:nvSpPr>
          <p:cNvPr id="26" name="Primary coolant loop&#10;transfers heat; water stays separa">
            <a:extLst>
              <a:ext uri="{FF2B5EF4-FFF2-40B4-BE49-F238E27FC236}">
                <a16:creationId xmlns:a16="http://schemas.microsoft.com/office/drawing/2014/main" id="{171BB206-7F21-9695-9A06-CDDE2897777C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3952875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A0F5"/>
                </a:solidFill>
                <a:latin typeface="Arial"/>
                <a:ea typeface="Arial"/>
                <a:cs typeface="Arial"/>
              </a:rPr>
              <a:t>Primary coolant loop</a:t>
            </a:r>
          </a:p>
          <a:p>
            <a:pPr algn="l">
              <a:defRPr sz="1650" b="0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A0F5"/>
                </a:solidFill>
                <a:latin typeface="Arial"/>
                <a:ea typeface="Arial"/>
                <a:cs typeface="Arial"/>
              </a:rPr>
              <a:t>transfers heat; water stays separate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AE5DC0-9C56-9630-1976-3BBD2C482C2C}"/>
              </a:ext>
            </a:extLst>
          </p:cNvPr>
          <p:cNvSpPr>
            <a:spLocks noGrp="1"/>
          </p:cNvSpPr>
          <p:nvPr/>
        </p:nvSpPr>
        <p:spPr>
          <a:xfrm>
            <a:off x="6296025" y="4905375"/>
            <a:ext cx="1971675" cy="6096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Condenser">
            <a:extLst>
              <a:ext uri="{FF2B5EF4-FFF2-40B4-BE49-F238E27FC236}">
                <a16:creationId xmlns:a16="http://schemas.microsoft.com/office/drawing/2014/main" id="{F407743D-62E7-2051-DCF0-65595F68461D}"/>
              </a:ext>
            </a:extLst>
          </p:cNvPr>
          <p:cNvSpPr>
            <a:spLocks noGrp="1"/>
          </p:cNvSpPr>
          <p:nvPr/>
        </p:nvSpPr>
        <p:spPr>
          <a:xfrm>
            <a:off x="6391275" y="5000625"/>
            <a:ext cx="17811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Condenser</a:t>
            </a:r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C7DAEFFB-D1FE-B0BC-76BA-CBE0367559E6}"/>
              </a:ext>
            </a:extLst>
          </p:cNvPr>
          <p:cNvSpPr>
            <a:spLocks noGrp="1"/>
          </p:cNvSpPr>
          <p:nvPr/>
        </p:nvSpPr>
        <p:spPr>
          <a:xfrm>
            <a:off x="7134225" y="4533900"/>
            <a:ext cx="266700" cy="285750"/>
          </a:xfrm>
          <a:prstGeom prst="down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CB0212-8F89-11BE-4540-B49059BE339C}"/>
              </a:ext>
            </a:extLst>
          </p:cNvPr>
          <p:cNvSpPr>
            <a:spLocks noGrp="1"/>
          </p:cNvSpPr>
          <p:nvPr/>
        </p:nvSpPr>
        <p:spPr>
          <a:xfrm>
            <a:off x="9191625" y="4905375"/>
            <a:ext cx="2028825" cy="6096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ooling system">
            <a:extLst>
              <a:ext uri="{FF2B5EF4-FFF2-40B4-BE49-F238E27FC236}">
                <a16:creationId xmlns:a16="http://schemas.microsoft.com/office/drawing/2014/main" id="{E78AC6A6-74B7-B2CD-DF25-0F956C1F82D8}"/>
              </a:ext>
            </a:extLst>
          </p:cNvPr>
          <p:cNvSpPr>
            <a:spLocks noGrp="1"/>
          </p:cNvSpPr>
          <p:nvPr/>
        </p:nvSpPr>
        <p:spPr>
          <a:xfrm>
            <a:off x="9286875" y="5000625"/>
            <a:ext cx="18383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Cooling system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681AB695-9810-316C-D66A-2C70F2A22ECC}"/>
              </a:ext>
            </a:extLst>
          </p:cNvPr>
          <p:cNvSpPr>
            <a:spLocks noGrp="1"/>
          </p:cNvSpPr>
          <p:nvPr/>
        </p:nvSpPr>
        <p:spPr>
          <a:xfrm>
            <a:off x="8343900" y="5105400"/>
            <a:ext cx="752475" cy="190500"/>
          </a:xfrm>
          <a:prstGeom prst="right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74FAA775-6DA8-9B41-D87F-82A69606F352}"/>
              </a:ext>
            </a:extLst>
          </p:cNvPr>
          <p:cNvSpPr>
            <a:spLocks noGrp="1"/>
          </p:cNvSpPr>
          <p:nvPr/>
        </p:nvSpPr>
        <p:spPr>
          <a:xfrm>
            <a:off x="4476750" y="5219700"/>
            <a:ext cx="1752600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F0BBE419-4E57-179D-67E0-D47E1B197785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0" cy="13620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Up Arrow 34">
            <a:extLst>
              <a:ext uri="{FF2B5EF4-FFF2-40B4-BE49-F238E27FC236}">
                <a16:creationId xmlns:a16="http://schemas.microsoft.com/office/drawing/2014/main" id="{9E74F852-3767-6628-F76B-92F0EBE962C4}"/>
              </a:ext>
            </a:extLst>
          </p:cNvPr>
          <p:cNvSpPr>
            <a:spLocks noGrp="1"/>
          </p:cNvSpPr>
          <p:nvPr/>
        </p:nvSpPr>
        <p:spPr>
          <a:xfrm>
            <a:off x="4371975" y="3819525"/>
            <a:ext cx="219075" cy="333375"/>
          </a:xfrm>
          <a:prstGeom prst="up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Liquid water returns">
            <a:extLst>
              <a:ext uri="{FF2B5EF4-FFF2-40B4-BE49-F238E27FC236}">
                <a16:creationId xmlns:a16="http://schemas.microsoft.com/office/drawing/2014/main" id="{EE9BDEA9-1FB2-25B5-49E0-53199E165FFE}"/>
              </a:ext>
            </a:extLst>
          </p:cNvPr>
          <p:cNvSpPr>
            <a:spLocks noGrp="1"/>
          </p:cNvSpPr>
          <p:nvPr/>
        </p:nvSpPr>
        <p:spPr>
          <a:xfrm>
            <a:off x="4267200" y="5572125"/>
            <a:ext cx="269557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Liquid water returns</a:t>
            </a:r>
          </a:p>
        </p:txBody>
      </p:sp>
      <p:sp>
        <p:nvSpPr>
          <p:cNvPr id="37" name="Fig. 9.17, redrawn: controlled fission supplies heat fo">
            <a:extLst>
              <a:ext uri="{FF2B5EF4-FFF2-40B4-BE49-F238E27FC236}">
                <a16:creationId xmlns:a16="http://schemas.microsoft.com/office/drawing/2014/main" id="{2793620E-A3B7-7B07-4C2C-B8B49A653C13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9.17, redrawn: controlled fission supplies heat for steam-driven electricity generation. The cooling loop removes waste heat.</a:t>
            </a:r>
          </a:p>
        </p:txBody>
      </p:sp>
    </p:spTree>
    <p:extLst>
      <p:ext uri="{BB962C8B-B14F-4D97-AF65-F5344CB8AC3E}">
        <p14:creationId xmlns:p14="http://schemas.microsoft.com/office/powerpoint/2010/main" val="2890494142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518FA-959F-6E62-AAF4-168E99BF8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315F71-9D30-17F1-F0B4-045AE489E48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461C2-C1A9-FB83-F427-B5FC1CF0730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25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9A65C2-E514-B560-EA47-FA2DD22F1B6E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Nuclear E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nergy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47D7A70-5DCD-1BB8-CDAE-94A6BD9E8F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2371486"/>
              </p:ext>
            </p:extLst>
          </p:nvPr>
        </p:nvGraphicFramePr>
        <p:xfrm>
          <a:off x="941827" y="1690687"/>
          <a:ext cx="10289295" cy="44016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9878256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189A9-EB52-D5BD-B71D-2ACEFAFE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7EF31E-1A23-E763-3DEE-D47028A702C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B4C8B-16DB-7B14-F79A-40501B0E039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26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095F35-280A-3741-2DF4-2AC70BDA4E8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Nuclear E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nergy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DEBA141-B29F-A6F8-6375-8955BD355697}"/>
              </a:ext>
            </a:extLst>
          </p:cNvPr>
          <p:cNvGraphicFramePr/>
          <p:nvPr/>
        </p:nvGraphicFramePr>
        <p:xfrm>
          <a:off x="951352" y="904875"/>
          <a:ext cx="10289295" cy="1857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REBUILT9_NUCLEAR" descr="Schematic fission and fusion reactions. Hydrogen-1 and Hydrogen-2 symbols have matching sizes; symbols are not to scale.">
            <a:extLst>
              <a:ext uri="{FF2B5EF4-FFF2-40B4-BE49-F238E27FC236}">
                <a16:creationId xmlns:a16="http://schemas.microsoft.com/office/drawing/2014/main" id="{28D73DDA-A670-47DF-AD2D-7FA2479F6F3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5000" b="15000"/>
          <a:stretch/>
        </p:blipFill>
        <p:spPr>
          <a:xfrm>
            <a:off x="476250" y="3219450"/>
            <a:ext cx="11239500" cy="3143250"/>
          </a:xfrm>
          <a:prstGeom prst="rect">
            <a:avLst/>
          </a:prstGeom>
        </p:spPr>
      </p:pic>
      <p:sp>
        <p:nvSpPr>
          <p:cNvPr id="11" name="REBUILT9_caption">
            <a:extLst>
              <a:ext uri="{FF2B5EF4-FFF2-40B4-BE49-F238E27FC236}">
                <a16:creationId xmlns:a16="http://schemas.microsoft.com/office/drawing/2014/main" id="{23F995E1-2662-4F2D-9FEA-D6BE4BFE2EF6}"/>
              </a:ext>
            </a:extLst>
          </p:cNvPr>
          <p:cNvSpPr>
            <a:spLocks noGrp="1"/>
          </p:cNvSpPr>
          <p:nvPr/>
        </p:nvSpPr>
        <p:spPr>
          <a:xfrm>
            <a:off x="723900" y="6467475"/>
            <a:ext cx="10715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9.15, reconstructed with full isotope names. Fission splits nuclei. Fusion combines nuclei.</a:t>
            </a:r>
          </a:p>
        </p:txBody>
      </p:sp>
    </p:spTree>
    <p:extLst>
      <p:ext uri="{BB962C8B-B14F-4D97-AF65-F5344CB8AC3E}">
        <p14:creationId xmlns:p14="http://schemas.microsoft.com/office/powerpoint/2010/main" val="1823160468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4DFB7-9B32-9A4A-3F72-C31E342C6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57B92D-8F6A-E77F-FA3C-BDF68E73FFE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F29591-6E3B-32CB-5839-F34FA7FACEB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27 / 64</a:t>
            </a:r>
          </a:p>
        </p:txBody>
      </p:sp>
      <p:sp>
        <p:nvSpPr>
          <p:cNvPr id="10" name="Share of global recoverable uranium (%) · 2012 book dat">
            <a:extLst>
              <a:ext uri="{FF2B5EF4-FFF2-40B4-BE49-F238E27FC236}">
                <a16:creationId xmlns:a16="http://schemas.microsoft.com/office/drawing/2014/main" id="{A82A01B5-4A33-9579-A2E6-2DE294625028}"/>
              </a:ext>
            </a:extLst>
          </p:cNvPr>
          <p:cNvSpPr>
            <a:spLocks noGrp="1"/>
          </p:cNvSpPr>
          <p:nvPr/>
        </p:nvSpPr>
        <p:spPr>
          <a:xfrm>
            <a:off x="714375" y="1962150"/>
            <a:ext cx="10715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Share of global recoverable uranium (%) · 2012 book data · approximate bar readings</a:t>
            </a:r>
          </a:p>
        </p:txBody>
      </p:sp>
      <p:graphicFrame>
        <p:nvGraphicFramePr>
          <p:cNvPr id="11" name="Chart">
            <a:extLst>
              <a:ext uri="{FF2B5EF4-FFF2-40B4-BE49-F238E27FC236}">
                <a16:creationId xmlns:a16="http://schemas.microsoft.com/office/drawing/2014/main" id="{6E2874FA-DD49-E549-AEE4-C8114CB6D495}"/>
              </a:ext>
            </a:extLst>
          </p:cNvPr>
          <p:cNvGraphicFramePr/>
          <p:nvPr/>
        </p:nvGraphicFramePr>
        <p:xfrm>
          <a:off x="714375" y="2419350"/>
          <a:ext cx="10715625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Australia accounts for nearly one-third in this histori">
            <a:extLst>
              <a:ext uri="{FF2B5EF4-FFF2-40B4-BE49-F238E27FC236}">
                <a16:creationId xmlns:a16="http://schemas.microsoft.com/office/drawing/2014/main" id="{6E4F0ECA-7B19-ABBD-AE97-474CF0EF29A7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06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Australia accounts for nearly one-third in this historical inventory.</a:t>
            </a:r>
          </a:p>
        </p:txBody>
      </p:sp>
      <p:sp>
        <p:nvSpPr>
          <p:cNvPr id="13" name="Fig. 9.16, national panel redrawn: recoverable uranium ">
            <a:extLst>
              <a:ext uri="{FF2B5EF4-FFF2-40B4-BE49-F238E27FC236}">
                <a16:creationId xmlns:a16="http://schemas.microsoft.com/office/drawing/2014/main" id="{72952FBE-0931-1094-D252-4A2FE1511332}"/>
              </a:ext>
            </a:extLst>
          </p:cNvPr>
          <p:cNvSpPr>
            <a:spLocks noGrp="1"/>
          </p:cNvSpPr>
          <p:nvPr/>
        </p:nvSpPr>
        <p:spPr>
          <a:xfrm>
            <a:off x="557212" y="6139543"/>
            <a:ext cx="110585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9.16, national panel redrawn: recoverable uranium reserves concentrate in relatively few countries. Bars show the 14 countries plotted in the book.</a:t>
            </a:r>
          </a:p>
        </p:txBody>
      </p:sp>
      <p:sp>
        <p:nvSpPr>
          <p:cNvPr id="14" name="Uranium is a finite and unevenly distributed fuel">
            <a:extLst>
              <a:ext uri="{FF2B5EF4-FFF2-40B4-BE49-F238E27FC236}">
                <a16:creationId xmlns:a16="http://schemas.microsoft.com/office/drawing/2014/main" id="{9253EA71-8FDE-15C7-D265-F238BC589773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Uranium is a finite and unevenly distributed fuel</a:t>
            </a:r>
          </a:p>
        </p:txBody>
      </p:sp>
    </p:spTree>
    <p:extLst>
      <p:ext uri="{BB962C8B-B14F-4D97-AF65-F5344CB8AC3E}">
        <p14:creationId xmlns:p14="http://schemas.microsoft.com/office/powerpoint/2010/main" val="3598296821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830C6-E74E-E41D-7CA0-D7007F965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468186-2A79-EA49-C783-929C6DC7BFB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E08140-ABEC-0201-1FAA-2D1160B4595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28 / 64</a:t>
            </a:r>
          </a:p>
        </p:txBody>
      </p:sp>
      <p:sp>
        <p:nvSpPr>
          <p:cNvPr id="10" name="REBUILT9_title">
            <a:extLst>
              <a:ext uri="{FF2B5EF4-FFF2-40B4-BE49-F238E27FC236}">
                <a16:creationId xmlns:a16="http://schemas.microsoft.com/office/drawing/2014/main" id="{7748CFC9-D175-4802-92E2-31D690B4FF69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Regional uranium reserves</a:t>
            </a:r>
          </a:p>
        </p:txBody>
      </p:sp>
      <p:sp>
        <p:nvSpPr>
          <p:cNvPr id="11" name="REBUILT9_year">
            <a:extLst>
              <a:ext uri="{FF2B5EF4-FFF2-40B4-BE49-F238E27FC236}">
                <a16:creationId xmlns:a16="http://schemas.microsoft.com/office/drawing/2014/main" id="{E7B6D124-968A-46AF-AC0B-C8088F7F402D}"/>
              </a:ext>
            </a:extLst>
          </p:cNvPr>
          <p:cNvSpPr>
            <a:spLocks noGrp="1"/>
          </p:cNvSpPr>
          <p:nvPr/>
        </p:nvSpPr>
        <p:spPr>
          <a:xfrm>
            <a:off x="647700" y="168592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7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Regional shares in the book’s 2012 dataset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31AB08AC-276C-49B3-87ED-670C63634855}"/>
              </a:ext>
            </a:extLst>
          </p:cNvPr>
          <p:cNvGraphicFramePr/>
          <p:nvPr/>
        </p:nvGraphicFramePr>
        <p:xfrm>
          <a:off x="714375" y="2038350"/>
          <a:ext cx="1057275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BUILT9_takeaway">
            <a:extLst>
              <a:ext uri="{FF2B5EF4-FFF2-40B4-BE49-F238E27FC236}">
                <a16:creationId xmlns:a16="http://schemas.microsoft.com/office/drawing/2014/main" id="{A6D6CE49-FFA4-4931-B613-A1EAFF98381C}"/>
              </a:ext>
            </a:extLst>
          </p:cNvPr>
          <p:cNvSpPr>
            <a:spLocks noGrp="1"/>
          </p:cNvSpPr>
          <p:nvPr/>
        </p:nvSpPr>
        <p:spPr>
          <a:xfrm>
            <a:off x="723900" y="5857875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Asia Pacific has the largest regional share in the book’s distribution.</a:t>
            </a:r>
          </a:p>
        </p:txBody>
      </p:sp>
      <p:sp>
        <p:nvSpPr>
          <p:cNvPr id="14" name="REBUILT9_caption">
            <a:extLst>
              <a:ext uri="{FF2B5EF4-FFF2-40B4-BE49-F238E27FC236}">
                <a16:creationId xmlns:a16="http://schemas.microsoft.com/office/drawing/2014/main" id="{7F320BE7-6B5D-4722-A1D8-A08E79F1841C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10715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9.16, reconstructed. Approximate slice sizes read from the printed pie; not exact source percentages.</a:t>
            </a:r>
          </a:p>
        </p:txBody>
      </p:sp>
    </p:spTree>
    <p:extLst>
      <p:ext uri="{BB962C8B-B14F-4D97-AF65-F5344CB8AC3E}">
        <p14:creationId xmlns:p14="http://schemas.microsoft.com/office/powerpoint/2010/main" val="3139848905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AEEB1-67CB-ACE4-2B3B-38AB181EC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9504AD3-9CFD-1DB6-7662-E19E5C6D898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A85A4F-4017-9409-128E-8D620542551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29 / 64</a:t>
            </a:r>
          </a:p>
        </p:txBody>
      </p:sp>
      <p:sp>
        <p:nvSpPr>
          <p:cNvPr id="3" name="Electricity mixes differ among regions">
            <a:extLst>
              <a:ext uri="{FF2B5EF4-FFF2-40B4-BE49-F238E27FC236}">
                <a16:creationId xmlns:a16="http://schemas.microsoft.com/office/drawing/2014/main" id="{A64B211E-484F-51A3-F4DE-A240EDAFCDB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Electricity mixes differ among regions</a:t>
            </a:r>
          </a:p>
        </p:txBody>
      </p:sp>
      <p:sp>
        <p:nvSpPr>
          <p:cNvPr id="6" name="Share of electrical generation (%) · printed percentage">
            <a:extLst>
              <a:ext uri="{FF2B5EF4-FFF2-40B4-BE49-F238E27FC236}">
                <a16:creationId xmlns:a16="http://schemas.microsoft.com/office/drawing/2014/main" id="{BD56FED3-BED7-9D16-66CC-2D8EA7B84A26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10715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Share of electrical generation (%)</a:t>
            </a:r>
          </a:p>
        </p:txBody>
      </p:sp>
      <p:sp>
        <p:nvSpPr>
          <p:cNvPr id="8" name="Fig. 9.13, redrawn: fossil fuels dominate the world/U.S">
            <a:extLst>
              <a:ext uri="{FF2B5EF4-FFF2-40B4-BE49-F238E27FC236}">
                <a16:creationId xmlns:a16="http://schemas.microsoft.com/office/drawing/2014/main" id="{24B2EE10-6C12-A0FF-75A8-1C6F828DF95E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9.13, redrawn. Fossil fuels dominate the world/U.S. examples, while renewables dominate Brazil.</a:t>
            </a:r>
          </a:p>
          <a:p>
            <a:pPr algn="l">
              <a:buNone/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Book values retained. Rounded shares total 100%, 99%, and 98%, respectively. Brazil’s year is unspecified.</a:t>
            </a:r>
          </a:p>
        </p:txBody>
      </p:sp>
      <p:graphicFrame>
        <p:nvGraphicFramePr>
          <p:cNvPr id="11" name="Chart">
            <a:extLst>
              <a:ext uri="{FF2B5EF4-FFF2-40B4-BE49-F238E27FC236}">
                <a16:creationId xmlns:a16="http://schemas.microsoft.com/office/drawing/2014/main" id="{05087A24-0003-0B3A-49F9-EE09B2B965BF}"/>
              </a:ext>
            </a:extLst>
          </p:cNvPr>
          <p:cNvGraphicFramePr/>
          <p:nvPr/>
        </p:nvGraphicFramePr>
        <p:xfrm>
          <a:off x="685800" y="2438400"/>
          <a:ext cx="576262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C0750B7-419B-0F67-033E-B0035EECE13B}"/>
              </a:ext>
            </a:extLst>
          </p:cNvPr>
          <p:cNvGraphicFramePr/>
          <p:nvPr/>
        </p:nvGraphicFramePr>
        <p:xfrm>
          <a:off x="6772275" y="2466975"/>
          <a:ext cx="4714875" cy="3301638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5250" marR="76200" marT="57150" marB="57150" anchor="ctr"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World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2011</a:t>
                      </a:r>
                    </a:p>
                  </a:txBody>
                  <a:tcPr marL="95250" marR="76200" marT="57150" marB="57150" anchor="ctr"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U.S.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2013</a:t>
                      </a:r>
                    </a:p>
                  </a:txBody>
                  <a:tcPr marL="95250" marR="76200" marT="57150" marB="57150" anchor="ctr">
                    <a:solidFill>
                      <a:srgbClr val="142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Brazil</a:t>
                      </a:r>
                    </a:p>
                  </a:txBody>
                  <a:tcPr marL="95250" marR="76200" marT="57150" marB="57150" anchor="ctr">
                    <a:solidFill>
                      <a:srgbClr val="14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Coal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41%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39%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1%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Natural gas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21%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27%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6%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Oil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5%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1%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3%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Nuclear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13%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19%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3%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Biomass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2%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1%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5%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Other renewables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12%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80%</a:t>
                      </a:r>
                    </a:p>
                  </a:txBody>
                  <a:tcPr marL="95250" marR="76200" marT="57150" marB="57150" anchor="ctr">
                    <a:solidFill>
                      <a:srgbClr val="07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677303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82CAD-62D5-963F-8B6E-1BD2AD4D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C263E0-4222-4BE6-3B73-7571C951672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235EF-DB13-F914-5903-6DFC68CEA3DE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30 / 64</a:t>
            </a:r>
          </a:p>
        </p:txBody>
      </p:sp>
      <p:sp>
        <p:nvSpPr>
          <p:cNvPr id="3" name="Electricity mixes differ among regions">
            <a:extLst>
              <a:ext uri="{FF2B5EF4-FFF2-40B4-BE49-F238E27FC236}">
                <a16:creationId xmlns:a16="http://schemas.microsoft.com/office/drawing/2014/main" id="{5DCCB36A-82F9-2827-D833-57A274AAA409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Electricity mixes differ among regions</a:t>
            </a:r>
          </a:p>
        </p:txBody>
      </p:sp>
      <p:sp>
        <p:nvSpPr>
          <p:cNvPr id="6" name="Share of electrical generation (%) · printed percentage">
            <a:extLst>
              <a:ext uri="{FF2B5EF4-FFF2-40B4-BE49-F238E27FC236}">
                <a16:creationId xmlns:a16="http://schemas.microsoft.com/office/drawing/2014/main" id="{09FA0C02-4C78-F2F6-B142-62E5870CCD31}"/>
              </a:ext>
            </a:extLst>
          </p:cNvPr>
          <p:cNvSpPr>
            <a:spLocks noGrp="1"/>
          </p:cNvSpPr>
          <p:nvPr/>
        </p:nvSpPr>
        <p:spPr>
          <a:xfrm>
            <a:off x="714375" y="1695450"/>
            <a:ext cx="10715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Share of electrical generation (%)</a:t>
            </a:r>
          </a:p>
        </p:txBody>
      </p:sp>
      <p:graphicFrame>
        <p:nvGraphicFramePr>
          <p:cNvPr id="10" name="REV9_PIE_1">
            <a:extLst>
              <a:ext uri="{FF2B5EF4-FFF2-40B4-BE49-F238E27FC236}">
                <a16:creationId xmlns:a16="http://schemas.microsoft.com/office/drawing/2014/main" id="{31819DF7-F6BD-4D30-AC21-425E7DF28353}"/>
              </a:ext>
            </a:extLst>
          </p:cNvPr>
          <p:cNvGraphicFramePr/>
          <p:nvPr/>
        </p:nvGraphicFramePr>
        <p:xfrm>
          <a:off x="590550" y="2019300"/>
          <a:ext cx="3571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REV9_PIE_2">
            <a:extLst>
              <a:ext uri="{FF2B5EF4-FFF2-40B4-BE49-F238E27FC236}">
                <a16:creationId xmlns:a16="http://schemas.microsoft.com/office/drawing/2014/main" id="{BC1ADE88-7EBD-4A1B-A336-F7832EFAC090}"/>
              </a:ext>
            </a:extLst>
          </p:cNvPr>
          <p:cNvGraphicFramePr/>
          <p:nvPr/>
        </p:nvGraphicFramePr>
        <p:xfrm>
          <a:off x="4305300" y="2019300"/>
          <a:ext cx="3571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REV9_PIE_3">
            <a:extLst>
              <a:ext uri="{FF2B5EF4-FFF2-40B4-BE49-F238E27FC236}">
                <a16:creationId xmlns:a16="http://schemas.microsoft.com/office/drawing/2014/main" id="{47557DD7-4033-4EB6-8865-95C5C526EA05}"/>
              </a:ext>
            </a:extLst>
          </p:cNvPr>
          <p:cNvGraphicFramePr/>
          <p:nvPr/>
        </p:nvGraphicFramePr>
        <p:xfrm>
          <a:off x="8020050" y="2019300"/>
          <a:ext cx="3571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REV9_caption">
            <a:extLst>
              <a:ext uri="{FF2B5EF4-FFF2-40B4-BE49-F238E27FC236}">
                <a16:creationId xmlns:a16="http://schemas.microsoft.com/office/drawing/2014/main" id="{CFA6AC62-5541-4FC6-B672-2225079CA737}"/>
              </a:ext>
            </a:extLst>
          </p:cNvPr>
          <p:cNvSpPr>
            <a:spLocks noGrp="1"/>
          </p:cNvSpPr>
          <p:nvPr/>
        </p:nvSpPr>
        <p:spPr>
          <a:xfrm>
            <a:off x="695325" y="6296025"/>
            <a:ext cx="10810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9.13. Printed shares total 100%, 99% and 98%. Pie areas scale to each total; labels retain book values.</a:t>
            </a:r>
          </a:p>
        </p:txBody>
      </p:sp>
      <p:sp>
        <p:nvSpPr>
          <p:cNvPr id="14" name="REV9_caption2">
            <a:extLst>
              <a:ext uri="{FF2B5EF4-FFF2-40B4-BE49-F238E27FC236}">
                <a16:creationId xmlns:a16="http://schemas.microsoft.com/office/drawing/2014/main" id="{5A5FB346-ABE6-4B6B-B7B9-3DACDFB0DCF3}"/>
              </a:ext>
            </a:extLst>
          </p:cNvPr>
          <p:cNvSpPr>
            <a:spLocks noGrp="1"/>
          </p:cNvSpPr>
          <p:nvPr/>
        </p:nvSpPr>
        <p:spPr>
          <a:xfrm>
            <a:off x="695325" y="6534150"/>
            <a:ext cx="108108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Brazil’s year is not specified in the book. These are historical electricity-generation shares.</a:t>
            </a:r>
          </a:p>
        </p:txBody>
      </p:sp>
    </p:spTree>
    <p:extLst>
      <p:ext uri="{BB962C8B-B14F-4D97-AF65-F5344CB8AC3E}">
        <p14:creationId xmlns:p14="http://schemas.microsoft.com/office/powerpoint/2010/main" val="262809435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1D710-02AE-8D9C-0818-5DD74F3E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A95DB3D-DBD4-E830-7E55-D4D10B56571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AD5945-226A-F894-DE16-6FD47E1095B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31 / 64</a:t>
            </a:r>
          </a:p>
        </p:txBody>
      </p:sp>
      <p:sp>
        <p:nvSpPr>
          <p:cNvPr id="3" name="Quick quiz: where does the energy go?">
            <a:extLst>
              <a:ext uri="{FF2B5EF4-FFF2-40B4-BE49-F238E27FC236}">
                <a16:creationId xmlns:a16="http://schemas.microsoft.com/office/drawing/2014/main" id="{7437CDBB-C72A-D44B-5F39-4DF056535076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Quick quiz: where does the energy go?</a:t>
            </a:r>
          </a:p>
        </p:txBody>
      </p:sp>
      <p:sp>
        <p:nvSpPr>
          <p:cNvPr id="6" name="A steam power plant receives 100 units of fuel energy.&#10;">
            <a:extLst>
              <a:ext uri="{FF2B5EF4-FFF2-40B4-BE49-F238E27FC236}">
                <a16:creationId xmlns:a16="http://schemas.microsoft.com/office/drawing/2014/main" id="{EDCB80F5-ED99-995B-A6EF-2A8881700CC4}"/>
              </a:ext>
            </a:extLst>
          </p:cNvPr>
          <p:cNvSpPr>
            <a:spLocks noGrp="1"/>
          </p:cNvSpPr>
          <p:nvPr/>
        </p:nvSpPr>
        <p:spPr>
          <a:xfrm>
            <a:off x="733425" y="2190750"/>
            <a:ext cx="10668000" cy="106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steam power plant receives 100 units of fuel energy.</a:t>
            </a:r>
          </a:p>
          <a:p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 35% efficiency, how many units become electricity?</a:t>
            </a:r>
          </a:p>
        </p:txBody>
      </p:sp>
      <p:sp>
        <p:nvSpPr>
          <p:cNvPr id="8" name="A   35 units">
            <a:extLst>
              <a:ext uri="{FF2B5EF4-FFF2-40B4-BE49-F238E27FC236}">
                <a16:creationId xmlns:a16="http://schemas.microsoft.com/office/drawing/2014/main" id="{847AFAA1-6EC7-51B4-0E4A-9C0DFA84256C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30765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6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A   35 units</a:t>
            </a:r>
          </a:p>
        </p:txBody>
      </p:sp>
      <p:sp>
        <p:nvSpPr>
          <p:cNvPr id="11" name="B   65 units">
            <a:extLst>
              <a:ext uri="{FF2B5EF4-FFF2-40B4-BE49-F238E27FC236}">
                <a16:creationId xmlns:a16="http://schemas.microsoft.com/office/drawing/2014/main" id="{7581CD7C-A30C-3C9E-E51E-8E9D8B2D0C6F}"/>
              </a:ext>
            </a:extLst>
          </p:cNvPr>
          <p:cNvSpPr>
            <a:spLocks noGrp="1"/>
          </p:cNvSpPr>
          <p:nvPr/>
        </p:nvSpPr>
        <p:spPr>
          <a:xfrm>
            <a:off x="4457700" y="3752850"/>
            <a:ext cx="30765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6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B   65 units</a:t>
            </a:r>
          </a:p>
        </p:txBody>
      </p:sp>
      <p:sp>
        <p:nvSpPr>
          <p:cNvPr id="12" name="C   100 units">
            <a:extLst>
              <a:ext uri="{FF2B5EF4-FFF2-40B4-BE49-F238E27FC236}">
                <a16:creationId xmlns:a16="http://schemas.microsoft.com/office/drawing/2014/main" id="{6085AD2A-84CF-CEDF-C3A1-EBFE91346B32}"/>
              </a:ext>
            </a:extLst>
          </p:cNvPr>
          <p:cNvSpPr>
            <a:spLocks noGrp="1"/>
          </p:cNvSpPr>
          <p:nvPr/>
        </p:nvSpPr>
        <p:spPr>
          <a:xfrm>
            <a:off x="8143875" y="37528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625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25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C   100 units</a:t>
            </a:r>
          </a:p>
        </p:txBody>
      </p:sp>
      <p:sp>
        <p:nvSpPr>
          <p:cNvPr id="13" name="reveal-energy">
            <a:extLst>
              <a:ext uri="{FF2B5EF4-FFF2-40B4-BE49-F238E27FC236}">
                <a16:creationId xmlns:a16="http://schemas.microsoft.com/office/drawing/2014/main" id="{AC8CEEF3-181C-A1AC-6C0B-E5C0B062FD20}"/>
              </a:ext>
            </a:extLst>
          </p:cNvPr>
          <p:cNvSpPr>
            <a:spLocks noGrp="1"/>
          </p:cNvSpPr>
          <p:nvPr/>
        </p:nvSpPr>
        <p:spPr>
          <a:xfrm>
            <a:off x="742950" y="5076825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1D6AA"/>
                </a:solidFill>
                <a:latin typeface="Arial"/>
                <a:ea typeface="Arial"/>
                <a:cs typeface="Arial"/>
              </a:rPr>
              <a:t>Answer: 35 units of electricity; 65 units leave mainly as heat.</a:t>
            </a:r>
          </a:p>
        </p:txBody>
      </p:sp>
      <p:sp>
        <p:nvSpPr>
          <p:cNvPr id="14" name="Classroom calculation based on the book’s illustrative ">
            <a:extLst>
              <a:ext uri="{FF2B5EF4-FFF2-40B4-BE49-F238E27FC236}">
                <a16:creationId xmlns:a16="http://schemas.microsoft.com/office/drawing/2014/main" id="{D1BE1569-F9CD-18FE-CCAE-20F9F41F5531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Classroom calculation based on the book’s illustrative 35% conversion efficiency. Real plants and technologies differ.</a:t>
            </a:r>
          </a:p>
        </p:txBody>
      </p:sp>
    </p:spTree>
    <p:extLst>
      <p:ext uri="{BB962C8B-B14F-4D97-AF65-F5344CB8AC3E}">
        <p14:creationId xmlns:p14="http://schemas.microsoft.com/office/powerpoint/2010/main" val="37459614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637D4-9459-4D8D-47F0-7E128BC3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C5BBD99-E962-AD48-29A5-A07FE5B93C7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35F979-8BD4-A077-9046-0A24BDD450F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32 / 64</a:t>
            </a:r>
          </a:p>
        </p:txBody>
      </p:sp>
      <p:sp>
        <p:nvSpPr>
          <p:cNvPr id="4" name="Science summary">
            <a:extLst>
              <a:ext uri="{FF2B5EF4-FFF2-40B4-BE49-F238E27FC236}">
                <a16:creationId xmlns:a16="http://schemas.microsoft.com/office/drawing/2014/main" id="{07C2FFDA-AC4B-A762-2D84-9F7F807040CA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Science summary</a:t>
            </a:r>
          </a:p>
        </p:txBody>
      </p:sp>
      <p:sp>
        <p:nvSpPr>
          <p:cNvPr id="5" name="9.1">
            <a:extLst>
              <a:ext uri="{FF2B5EF4-FFF2-40B4-BE49-F238E27FC236}">
                <a16:creationId xmlns:a16="http://schemas.microsoft.com/office/drawing/2014/main" id="{90C7DB82-8B5B-08B7-B616-C3252A65165D}"/>
              </a:ext>
            </a:extLst>
          </p:cNvPr>
          <p:cNvSpPr>
            <a:spLocks noGrp="1"/>
          </p:cNvSpPr>
          <p:nvPr/>
        </p:nvSpPr>
        <p:spPr>
          <a:xfrm>
            <a:off x="714375" y="2217968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9.1</a:t>
            </a:r>
          </a:p>
        </p:txBody>
      </p:sp>
      <p:sp>
        <p:nvSpPr>
          <p:cNvPr id="7" name="Coal, oil, and natural gas store chemical energy.&#10;Their">
            <a:extLst>
              <a:ext uri="{FF2B5EF4-FFF2-40B4-BE49-F238E27FC236}">
                <a16:creationId xmlns:a16="http://schemas.microsoft.com/office/drawing/2014/main" id="{F940C6A2-B604-2814-D84F-5336F0B75E51}"/>
              </a:ext>
            </a:extLst>
          </p:cNvPr>
          <p:cNvSpPr>
            <a:spLocks noGrp="1"/>
          </p:cNvSpPr>
          <p:nvPr/>
        </p:nvSpPr>
        <p:spPr>
          <a:xfrm>
            <a:off x="2686050" y="2217968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Coal, oil, and natural gas store chemical energy.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Their formation takes millions of years.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A34ED19-D0CD-621E-7185-0015C083793B}"/>
              </a:ext>
            </a:extLst>
          </p:cNvPr>
          <p:cNvSpPr>
            <a:spLocks noGrp="1"/>
          </p:cNvSpPr>
          <p:nvPr/>
        </p:nvSpPr>
        <p:spPr>
          <a:xfrm>
            <a:off x="714375" y="3199043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9.2">
            <a:extLst>
              <a:ext uri="{FF2B5EF4-FFF2-40B4-BE49-F238E27FC236}">
                <a16:creationId xmlns:a16="http://schemas.microsoft.com/office/drawing/2014/main" id="{D26986DB-9931-D812-9C76-524A912FF143}"/>
              </a:ext>
            </a:extLst>
          </p:cNvPr>
          <p:cNvSpPr>
            <a:spLocks noGrp="1"/>
          </p:cNvSpPr>
          <p:nvPr/>
        </p:nvSpPr>
        <p:spPr>
          <a:xfrm>
            <a:off x="714375" y="3351443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9.2</a:t>
            </a:r>
          </a:p>
        </p:txBody>
      </p:sp>
      <p:sp>
        <p:nvSpPr>
          <p:cNvPr id="16" name="Power plants convert heat to motion and electricity.&#10;Ve">
            <a:extLst>
              <a:ext uri="{FF2B5EF4-FFF2-40B4-BE49-F238E27FC236}">
                <a16:creationId xmlns:a16="http://schemas.microsoft.com/office/drawing/2014/main" id="{8D9605AF-3E60-D362-5B15-31F2EB7841A5}"/>
              </a:ext>
            </a:extLst>
          </p:cNvPr>
          <p:cNvSpPr>
            <a:spLocks noGrp="1"/>
          </p:cNvSpPr>
          <p:nvPr/>
        </p:nvSpPr>
        <p:spPr>
          <a:xfrm>
            <a:off x="2686050" y="3351443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Power plants convert heat to motion and electricity.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Vehicle engines convert combustion energy to motion.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CE757F3-10B5-623B-9A6F-D605045605D9}"/>
              </a:ext>
            </a:extLst>
          </p:cNvPr>
          <p:cNvSpPr>
            <a:spLocks noGrp="1"/>
          </p:cNvSpPr>
          <p:nvPr/>
        </p:nvSpPr>
        <p:spPr>
          <a:xfrm>
            <a:off x="714375" y="4332518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9.3">
            <a:extLst>
              <a:ext uri="{FF2B5EF4-FFF2-40B4-BE49-F238E27FC236}">
                <a16:creationId xmlns:a16="http://schemas.microsoft.com/office/drawing/2014/main" id="{2FBFC729-B068-4A72-FE53-D2912116D1BF}"/>
              </a:ext>
            </a:extLst>
          </p:cNvPr>
          <p:cNvSpPr>
            <a:spLocks noGrp="1"/>
          </p:cNvSpPr>
          <p:nvPr/>
        </p:nvSpPr>
        <p:spPr>
          <a:xfrm>
            <a:off x="714375" y="4484918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9.3</a:t>
            </a:r>
          </a:p>
        </p:txBody>
      </p:sp>
      <p:sp>
        <p:nvSpPr>
          <p:cNvPr id="19" name="Fission supplies intense heat for electricity generatio">
            <a:extLst>
              <a:ext uri="{FF2B5EF4-FFF2-40B4-BE49-F238E27FC236}">
                <a16:creationId xmlns:a16="http://schemas.microsoft.com/office/drawing/2014/main" id="{22CE8446-1E3B-2EED-5DF8-C5FE2CF4B9CE}"/>
              </a:ext>
            </a:extLst>
          </p:cNvPr>
          <p:cNvSpPr>
            <a:spLocks noGrp="1"/>
          </p:cNvSpPr>
          <p:nvPr/>
        </p:nvSpPr>
        <p:spPr>
          <a:xfrm>
            <a:off x="2686050" y="4484918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Fission supplies intense heat for electricity generation.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Safe use requires reaction control, cooling, and containment.</a:t>
            </a:r>
          </a:p>
        </p:txBody>
      </p:sp>
    </p:spTree>
    <p:extLst>
      <p:ext uri="{BB962C8B-B14F-4D97-AF65-F5344CB8AC3E}">
        <p14:creationId xmlns:p14="http://schemas.microsoft.com/office/powerpoint/2010/main" val="2445733808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041F3-060E-2529-6B7E-AA2D4FBE5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42E73D-B149-9EE0-8FC2-C31BF5C4801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</a:t>
            </a:r>
            <a:r>
              <a:rPr lang="en-US"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ISSUES</a:t>
            </a:r>
            <a:endParaRPr sz="1500" b="1" dirty="0">
              <a:solidFill>
                <a:srgbClr val="FFBC8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4EEE6-7340-798A-FF07-D04B205762F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33 / 64</a:t>
            </a:r>
          </a:p>
        </p:txBody>
      </p:sp>
      <p:sp>
        <p:nvSpPr>
          <p:cNvPr id="5" name="Energy demand grew in the book’s historical record">
            <a:extLst>
              <a:ext uri="{FF2B5EF4-FFF2-40B4-BE49-F238E27FC236}">
                <a16:creationId xmlns:a16="http://schemas.microsoft.com/office/drawing/2014/main" id="{0F387F66-B627-9DEC-8891-719AE0FB64D3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World consumption of energy resources</a:t>
            </a:r>
          </a:p>
        </p:txBody>
      </p:sp>
      <p:sp>
        <p:nvSpPr>
          <p:cNvPr id="6" name="Million metric tons of oil equivalent (Mtoe)">
            <a:extLst>
              <a:ext uri="{FF2B5EF4-FFF2-40B4-BE49-F238E27FC236}">
                <a16:creationId xmlns:a16="http://schemas.microsoft.com/office/drawing/2014/main" id="{58879F2C-4F11-47D5-47E4-50334DEF2675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Million metric tons of oil equivalent (Mtoe)</a:t>
            </a:r>
          </a:p>
        </p:txBody>
      </p:sp>
      <p:sp>
        <p:nvSpPr>
          <p:cNvPr id="7" name="1998–2014">
            <a:extLst>
              <a:ext uri="{FF2B5EF4-FFF2-40B4-BE49-F238E27FC236}">
                <a16:creationId xmlns:a16="http://schemas.microsoft.com/office/drawing/2014/main" id="{C4E02F80-C1F6-BC9F-69E8-F7F2D761CF05}"/>
              </a:ext>
            </a:extLst>
          </p:cNvPr>
          <p:cNvSpPr>
            <a:spLocks noGrp="1"/>
          </p:cNvSpPr>
          <p:nvPr/>
        </p:nvSpPr>
        <p:spPr>
          <a:xfrm>
            <a:off x="9334500" y="1971675"/>
            <a:ext cx="21431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r">
              <a:defRPr sz="16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65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1998–2014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28FCE811-8571-1BC6-D03A-9667AE430278}"/>
              </a:ext>
            </a:extLst>
          </p:cNvPr>
          <p:cNvGraphicFramePr/>
          <p:nvPr/>
        </p:nvGraphicFramePr>
        <p:xfrm>
          <a:off x="704850" y="2390775"/>
          <a:ext cx="10782300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Coal and natural gas account for much of the growth sho">
            <a:extLst>
              <a:ext uri="{FF2B5EF4-FFF2-40B4-BE49-F238E27FC236}">
                <a16:creationId xmlns:a16="http://schemas.microsoft.com/office/drawing/2014/main" id="{6BB6B8D0-8BC3-98FF-46DD-813BF557A8F0}"/>
              </a:ext>
            </a:extLst>
          </p:cNvPr>
          <p:cNvSpPr>
            <a:spLocks noGrp="1"/>
          </p:cNvSpPr>
          <p:nvPr/>
        </p:nvSpPr>
        <p:spPr>
          <a:xfrm>
            <a:off x="714375" y="5762625"/>
            <a:ext cx="10744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Coal and natural gas account for much of the growth shown.</a:t>
            </a:r>
          </a:p>
        </p:txBody>
      </p:sp>
      <p:sp>
        <p:nvSpPr>
          <p:cNvPr id="11" name="Fig. 9.18, redrawn from the book’s graph. Annual values">
            <a:extLst>
              <a:ext uri="{FF2B5EF4-FFF2-40B4-BE49-F238E27FC236}">
                <a16:creationId xmlns:a16="http://schemas.microsoft.com/office/drawing/2014/main" id="{FA071948-815D-3AEE-6193-07BD7AE2614E}"/>
              </a:ext>
            </a:extLst>
          </p:cNvPr>
          <p:cNvSpPr>
            <a:spLocks noGrp="1"/>
          </p:cNvSpPr>
          <p:nvPr/>
        </p:nvSpPr>
        <p:spPr>
          <a:xfrm>
            <a:off x="704850" y="6181725"/>
            <a:ext cx="107823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9.18, redrawn from the book’s graph. Annual values are approximate readings, not raw BP data.</a:t>
            </a:r>
          </a:p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Source: Molles &amp; Borrell, p. 275, citing BP (2009, 2011, 2013, 2015).</a:t>
            </a:r>
          </a:p>
        </p:txBody>
      </p:sp>
    </p:spTree>
    <p:extLst>
      <p:ext uri="{BB962C8B-B14F-4D97-AF65-F5344CB8AC3E}">
        <p14:creationId xmlns:p14="http://schemas.microsoft.com/office/powerpoint/2010/main" val="2600611725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B073B-DF5C-7BFA-6FFD-F092DD3BC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180BF5-811A-6AA8-CED4-9D3F63A40A8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</a:t>
            </a:r>
            <a:r>
              <a:rPr lang="en-US"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ISSUES</a:t>
            </a:r>
            <a:endParaRPr sz="1500" b="1" dirty="0">
              <a:solidFill>
                <a:srgbClr val="FFBC8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046A8-9CC9-A1E2-6283-7C6EC98895B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34 / 64</a:t>
            </a:r>
          </a:p>
        </p:txBody>
      </p:sp>
      <p:sp>
        <p:nvSpPr>
          <p:cNvPr id="5" name="Oil production (billion barrels/year) · approximate red">
            <a:extLst>
              <a:ext uri="{FF2B5EF4-FFF2-40B4-BE49-F238E27FC236}">
                <a16:creationId xmlns:a16="http://schemas.microsoft.com/office/drawing/2014/main" id="{C7303A7E-97A8-686C-0E28-0E9BCEB48182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10715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Oil production (billion barrels/year) · approximate redrawing of the book’s model curves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39DDBFE3-6050-5AEB-2FAC-425999FB1475}"/>
              </a:ext>
            </a:extLst>
          </p:cNvPr>
          <p:cNvGraphicFramePr/>
          <p:nvPr/>
        </p:nvGraphicFramePr>
        <p:xfrm>
          <a:off x="714375" y="2428875"/>
          <a:ext cx="10715625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hese are historical forecasts—not a prediction for tod">
            <a:extLst>
              <a:ext uri="{FF2B5EF4-FFF2-40B4-BE49-F238E27FC236}">
                <a16:creationId xmlns:a16="http://schemas.microsoft.com/office/drawing/2014/main" id="{6053B93B-0FA6-41CB-E7C6-A2EECE8BA202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06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These are historical forecasts—not a prediction for today.</a:t>
            </a:r>
          </a:p>
        </p:txBody>
      </p:sp>
      <p:sp>
        <p:nvSpPr>
          <p:cNvPr id="10" name="Fig. 9.21, model curves redrawn approximately: assumed ">
            <a:extLst>
              <a:ext uri="{FF2B5EF4-FFF2-40B4-BE49-F238E27FC236}">
                <a16:creationId xmlns:a16="http://schemas.microsoft.com/office/drawing/2014/main" id="{19643C58-6F12-F1E4-9DDD-62E84A9E6B2D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9.21, model curves redrawn approximately: assumed total recoverable oil shifts the timing and height of the projected peak. After Maggio &amp; Cacciola (2009).</a:t>
            </a:r>
          </a:p>
        </p:txBody>
      </p:sp>
      <p:sp>
        <p:nvSpPr>
          <p:cNvPr id="11" name="Peak oil forecasts depend on their assumptions">
            <a:extLst>
              <a:ext uri="{FF2B5EF4-FFF2-40B4-BE49-F238E27FC236}">
                <a16:creationId xmlns:a16="http://schemas.microsoft.com/office/drawing/2014/main" id="{4272CFE5-69F8-4DCF-D3E0-5089FB097C3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Peak oil forecasts depend on their assumptions</a:t>
            </a:r>
          </a:p>
        </p:txBody>
      </p:sp>
    </p:spTree>
    <p:extLst>
      <p:ext uri="{BB962C8B-B14F-4D97-AF65-F5344CB8AC3E}">
        <p14:creationId xmlns:p14="http://schemas.microsoft.com/office/powerpoint/2010/main" val="215413301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798D4-FB25-383D-5FAE-4C96E2395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2D5852-7979-E671-C233-F284135416B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DD0553-699B-D12A-C72C-245E30E6CCA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35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7E0CE-43AF-2B2E-A598-9B6667E741C1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Generation – Using Nuclear Power</a:t>
            </a:r>
            <a:endParaRPr sz="33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8F185A-32F2-5427-11FD-E3C43B120DAF}"/>
              </a:ext>
            </a:extLst>
          </p:cNvPr>
          <p:cNvSpPr>
            <a:spLocks noGrp="1"/>
          </p:cNvSpPr>
          <p:nvPr/>
        </p:nvSpPr>
        <p:spPr>
          <a:xfrm>
            <a:off x="2363118" y="6143625"/>
            <a:ext cx="7465763" cy="54636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</a:rPr>
              <a:t>Nuclear Energy                                  </a:t>
            </a: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  <a:sym typeface="Wingdings" pitchFamily="2" charset="2"/>
              </a:rPr>
              <a:t>Electrical Energy</a:t>
            </a:r>
            <a:endParaRPr sz="2400" b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Picture 4" descr="Reconstructed pressurized-water nuclear plant with three separate water circuits.">
            <a:extLst>
              <a:ext uri="{FF2B5EF4-FFF2-40B4-BE49-F238E27FC236}">
                <a16:creationId xmlns:a16="http://schemas.microsoft.com/office/drawing/2014/main" id="{B85B2A66-A1A4-BD82-5F6E-7F39834A7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14500"/>
            <a:ext cx="10477500" cy="419100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BE5C7988-BF29-90FD-1815-67A95B02224C}"/>
              </a:ext>
            </a:extLst>
          </p:cNvPr>
          <p:cNvSpPr/>
          <p:nvPr/>
        </p:nvSpPr>
        <p:spPr>
          <a:xfrm>
            <a:off x="4647502" y="6191250"/>
            <a:ext cx="2699500" cy="370360"/>
          </a:xfrm>
          <a:prstGeom prst="rightArrow">
            <a:avLst>
              <a:gd name="adj1" fmla="val 45606"/>
              <a:gd name="adj2" fmla="val 1334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POWER9_caption">
            <a:extLst>
              <a:ext uri="{FF2B5EF4-FFF2-40B4-BE49-F238E27FC236}">
                <a16:creationId xmlns:a16="http://schemas.microsoft.com/office/drawing/2014/main" id="{07661E62-DD6C-441C-87A8-40D2A5411757}"/>
              </a:ext>
            </a:extLst>
          </p:cNvPr>
          <p:cNvSpPr>
            <a:spLocks noGrp="1"/>
          </p:cNvSpPr>
          <p:nvPr/>
        </p:nvSpPr>
        <p:spPr>
          <a:xfrm>
            <a:off x="695325" y="5915025"/>
            <a:ext cx="108108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9.17, reconstructed. Fission supplies heat. Three separate water circuits transfer heat without mixing.</a:t>
            </a:r>
          </a:p>
        </p:txBody>
      </p:sp>
    </p:spTree>
    <p:extLst>
      <p:ext uri="{BB962C8B-B14F-4D97-AF65-F5344CB8AC3E}">
        <p14:creationId xmlns:p14="http://schemas.microsoft.com/office/powerpoint/2010/main" val="21880779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FB485-F1E0-CF61-7288-CE5FBBF7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E65416-C37E-D2EA-C681-9585CC46FB7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397C7D-F06C-5F57-6259-EDD9BF93A151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36 / 64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FC5DAE-2AEB-88CE-8201-DD9B041ACBF3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Generation – Using Combustible Materials</a:t>
            </a:r>
            <a:endParaRPr sz="33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" name="Picture 11" descr="Reconstructed coal-fired steam power plant with separate steam-water and cooling-water circuits.">
            <a:extLst>
              <a:ext uri="{FF2B5EF4-FFF2-40B4-BE49-F238E27FC236}">
                <a16:creationId xmlns:a16="http://schemas.microsoft.com/office/drawing/2014/main" id="{DA7ECB8D-8545-254E-310D-DF7C5F085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14500"/>
            <a:ext cx="10477500" cy="4191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10A01C-D210-AEB8-445D-B5BFF7DBE4B4}"/>
              </a:ext>
            </a:extLst>
          </p:cNvPr>
          <p:cNvSpPr>
            <a:spLocks noGrp="1"/>
          </p:cNvSpPr>
          <p:nvPr/>
        </p:nvSpPr>
        <p:spPr>
          <a:xfrm>
            <a:off x="2353593" y="6143625"/>
            <a:ext cx="7465763" cy="40485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FFBC83"/>
                </a:solidFill>
                <a:latin typeface="Arial"/>
                <a:cs typeface="Arial"/>
              </a:rPr>
              <a:t>C</a:t>
            </a: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</a:rPr>
              <a:t>hemical Energy                               </a:t>
            </a:r>
            <a:r>
              <a:rPr lang="en-US" sz="2400" dirty="0">
                <a:solidFill>
                  <a:srgbClr val="FFBC83"/>
                </a:solidFill>
                <a:latin typeface="Arial"/>
                <a:cs typeface="Arial"/>
                <a:sym typeface="Wingdings" pitchFamily="2" charset="2"/>
              </a:rPr>
              <a:t>Electrical Energy</a:t>
            </a:r>
            <a:endParaRPr sz="2400" b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8255B91-E120-49D5-B313-08348A86C86A}"/>
              </a:ext>
            </a:extLst>
          </p:cNvPr>
          <p:cNvSpPr/>
          <p:nvPr/>
        </p:nvSpPr>
        <p:spPr>
          <a:xfrm>
            <a:off x="4932645" y="6191250"/>
            <a:ext cx="2410690" cy="370360"/>
          </a:xfrm>
          <a:prstGeom prst="rightArrow">
            <a:avLst>
              <a:gd name="adj1" fmla="val 45606"/>
              <a:gd name="adj2" fmla="val 1334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POWER9_caption">
            <a:extLst>
              <a:ext uri="{FF2B5EF4-FFF2-40B4-BE49-F238E27FC236}">
                <a16:creationId xmlns:a16="http://schemas.microsoft.com/office/drawing/2014/main" id="{BEF61199-40A6-4AE4-BDCF-424A59685273}"/>
              </a:ext>
            </a:extLst>
          </p:cNvPr>
          <p:cNvSpPr>
            <a:spLocks noGrp="1"/>
          </p:cNvSpPr>
          <p:nvPr/>
        </p:nvSpPr>
        <p:spPr>
          <a:xfrm>
            <a:off x="695325" y="5915025"/>
            <a:ext cx="108108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9.14, reconstructed. Burning fuel produces steam that turns a turbine and drives the electric generator.</a:t>
            </a:r>
          </a:p>
        </p:txBody>
      </p:sp>
    </p:spTree>
    <p:extLst>
      <p:ext uri="{BB962C8B-B14F-4D97-AF65-F5344CB8AC3E}">
        <p14:creationId xmlns:p14="http://schemas.microsoft.com/office/powerpoint/2010/main" val="932009999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F1C88-6979-B024-94D1-9EFE3F7B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9926CD-1F4E-08DB-0C82-8C82AC59611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6C2ED5-28E9-6C74-3D29-221B349D99A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37 / 64</a:t>
            </a:r>
          </a:p>
        </p:txBody>
      </p:sp>
      <p:sp>
        <p:nvSpPr>
          <p:cNvPr id="5" name="Electricity generation from combustible fuels">
            <a:extLst>
              <a:ext uri="{FF2B5EF4-FFF2-40B4-BE49-F238E27FC236}">
                <a16:creationId xmlns:a16="http://schemas.microsoft.com/office/drawing/2014/main" id="{91107139-5E42-8AA0-C073-795248737B7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of e</a:t>
            </a:r>
            <a:r>
              <a:rPr sz="2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lectricity generation from combustible fuels</a:t>
            </a:r>
          </a:p>
        </p:txBody>
      </p:sp>
      <p:sp>
        <p:nvSpPr>
          <p:cNvPr id="6" name="CHEMICAL ENERGY">
            <a:extLst>
              <a:ext uri="{FF2B5EF4-FFF2-40B4-BE49-F238E27FC236}">
                <a16:creationId xmlns:a16="http://schemas.microsoft.com/office/drawing/2014/main" id="{6C379EC3-E512-6887-53E6-B82FA5865145}"/>
              </a:ext>
            </a:extLst>
          </p:cNvPr>
          <p:cNvSpPr>
            <a:spLocks noGrp="1"/>
          </p:cNvSpPr>
          <p:nvPr/>
        </p:nvSpPr>
        <p:spPr>
          <a:xfrm>
            <a:off x="619125" y="2013562"/>
            <a:ext cx="2152994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CHEMICAL ENERGY</a:t>
            </a:r>
          </a:p>
        </p:txBody>
      </p:sp>
      <p:sp>
        <p:nvSpPr>
          <p:cNvPr id="7" name="THERMAL ENERGY">
            <a:extLst>
              <a:ext uri="{FF2B5EF4-FFF2-40B4-BE49-F238E27FC236}">
                <a16:creationId xmlns:a16="http://schemas.microsoft.com/office/drawing/2014/main" id="{4A883637-A6DD-81E9-36A7-2F58E3A9DB91}"/>
              </a:ext>
            </a:extLst>
          </p:cNvPr>
          <p:cNvSpPr>
            <a:spLocks noGrp="1"/>
          </p:cNvSpPr>
          <p:nvPr/>
        </p:nvSpPr>
        <p:spPr>
          <a:xfrm>
            <a:off x="3517106" y="2000250"/>
            <a:ext cx="2147888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THERMAL ENERGY</a:t>
            </a:r>
          </a:p>
        </p:txBody>
      </p:sp>
      <p:sp>
        <p:nvSpPr>
          <p:cNvPr id="8" name="MECHANICAL">
            <a:extLst>
              <a:ext uri="{FF2B5EF4-FFF2-40B4-BE49-F238E27FC236}">
                <a16:creationId xmlns:a16="http://schemas.microsoft.com/office/drawing/2014/main" id="{99EA3F4D-7DE6-8AC5-0872-E39AD6E89F50}"/>
              </a:ext>
            </a:extLst>
          </p:cNvPr>
          <p:cNvSpPr>
            <a:spLocks noGrp="1"/>
          </p:cNvSpPr>
          <p:nvPr/>
        </p:nvSpPr>
        <p:spPr>
          <a:xfrm>
            <a:off x="6527220" y="2006447"/>
            <a:ext cx="1528333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MECHANICAL</a:t>
            </a:r>
          </a:p>
        </p:txBody>
      </p:sp>
      <p:sp>
        <p:nvSpPr>
          <p:cNvPr id="10" name="ELECTRICAL">
            <a:extLst>
              <a:ext uri="{FF2B5EF4-FFF2-40B4-BE49-F238E27FC236}">
                <a16:creationId xmlns:a16="http://schemas.microsoft.com/office/drawing/2014/main" id="{AA26889D-29D2-DB45-398D-66484B4063F4}"/>
              </a:ext>
            </a:extLst>
          </p:cNvPr>
          <p:cNvSpPr>
            <a:spLocks noGrp="1"/>
          </p:cNvSpPr>
          <p:nvPr/>
        </p:nvSpPr>
        <p:spPr>
          <a:xfrm>
            <a:off x="9491662" y="2012873"/>
            <a:ext cx="15049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7D675"/>
                </a:solidFill>
                <a:latin typeface="Arial"/>
                <a:ea typeface="Arial"/>
                <a:cs typeface="Arial"/>
              </a:rPr>
              <a:t>ELECTRICAL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D78627-491D-4FD5-B807-D17D4F571A0C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1905000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FFB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Fuel + oxygen">
            <a:extLst>
              <a:ext uri="{FF2B5EF4-FFF2-40B4-BE49-F238E27FC236}">
                <a16:creationId xmlns:a16="http://schemas.microsoft.com/office/drawing/2014/main" id="{82BEC99F-A9D5-95A7-3A7B-197EE421D688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1714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Fuel + oxygen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8AFED8-BFB7-FCA1-8162-17C3954A1A70}"/>
              </a:ext>
            </a:extLst>
          </p:cNvPr>
          <p:cNvSpPr>
            <a:spLocks noGrp="1"/>
          </p:cNvSpPr>
          <p:nvPr/>
        </p:nvSpPr>
        <p:spPr>
          <a:xfrm>
            <a:off x="3505200" y="2857500"/>
            <a:ext cx="1952625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FFB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Boiler">
            <a:extLst>
              <a:ext uri="{FF2B5EF4-FFF2-40B4-BE49-F238E27FC236}">
                <a16:creationId xmlns:a16="http://schemas.microsoft.com/office/drawing/2014/main" id="{4C53E817-CC9D-8C0F-3AE3-F704A4C6E53D}"/>
              </a:ext>
            </a:extLst>
          </p:cNvPr>
          <p:cNvSpPr>
            <a:spLocks noGrp="1"/>
          </p:cNvSpPr>
          <p:nvPr/>
        </p:nvSpPr>
        <p:spPr>
          <a:xfrm>
            <a:off x="3600450" y="2952750"/>
            <a:ext cx="17621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Boiler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B7E402-4BB5-A61C-2D32-113AF8CF8BC9}"/>
              </a:ext>
            </a:extLst>
          </p:cNvPr>
          <p:cNvSpPr>
            <a:spLocks noGrp="1"/>
          </p:cNvSpPr>
          <p:nvPr/>
        </p:nvSpPr>
        <p:spPr>
          <a:xfrm>
            <a:off x="6315075" y="2857500"/>
            <a:ext cx="1952625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team&#10;turbine">
            <a:extLst>
              <a:ext uri="{FF2B5EF4-FFF2-40B4-BE49-F238E27FC236}">
                <a16:creationId xmlns:a16="http://schemas.microsoft.com/office/drawing/2014/main" id="{46CDA0C6-A317-38B2-6693-188008BD8BA1}"/>
              </a:ext>
            </a:extLst>
          </p:cNvPr>
          <p:cNvSpPr>
            <a:spLocks noGrp="1"/>
          </p:cNvSpPr>
          <p:nvPr/>
        </p:nvSpPr>
        <p:spPr>
          <a:xfrm>
            <a:off x="6410325" y="2952750"/>
            <a:ext cx="17621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Steam</a:t>
            </a:r>
          </a:p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turbine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15DCB1-7448-7730-12EC-20AA9131AC64}"/>
              </a:ext>
            </a:extLst>
          </p:cNvPr>
          <p:cNvSpPr>
            <a:spLocks noGrp="1"/>
          </p:cNvSpPr>
          <p:nvPr/>
        </p:nvSpPr>
        <p:spPr>
          <a:xfrm>
            <a:off x="9124950" y="2857500"/>
            <a:ext cx="2095500" cy="952500"/>
          </a:xfrm>
          <a:prstGeom prst="rect">
            <a:avLst/>
          </a:prstGeom>
          <a:solidFill>
            <a:srgbClr val="102638"/>
          </a:solidFill>
          <a:ln w="19050">
            <a:solidFill>
              <a:srgbClr val="F7D67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Generator">
            <a:extLst>
              <a:ext uri="{FF2B5EF4-FFF2-40B4-BE49-F238E27FC236}">
                <a16:creationId xmlns:a16="http://schemas.microsoft.com/office/drawing/2014/main" id="{2916231A-DBA1-138E-27CA-B050BAFAC02A}"/>
              </a:ext>
            </a:extLst>
          </p:cNvPr>
          <p:cNvSpPr>
            <a:spLocks noGrp="1"/>
          </p:cNvSpPr>
          <p:nvPr/>
        </p:nvSpPr>
        <p:spPr>
          <a:xfrm>
            <a:off x="9220200" y="2952750"/>
            <a:ext cx="19050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7D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D675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B8CE52D3-058F-C94D-BBDA-65DE7B2CFF5E}"/>
              </a:ext>
            </a:extLst>
          </p:cNvPr>
          <p:cNvSpPr>
            <a:spLocks noGrp="1"/>
          </p:cNvSpPr>
          <p:nvPr/>
        </p:nvSpPr>
        <p:spPr>
          <a:xfrm>
            <a:off x="2705100" y="3209925"/>
            <a:ext cx="723900" cy="20955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9680E4B0-40E2-0007-BE90-5BEC1CF5D687}"/>
              </a:ext>
            </a:extLst>
          </p:cNvPr>
          <p:cNvSpPr>
            <a:spLocks noGrp="1"/>
          </p:cNvSpPr>
          <p:nvPr/>
        </p:nvSpPr>
        <p:spPr>
          <a:xfrm>
            <a:off x="5514975" y="3209925"/>
            <a:ext cx="723900" cy="20955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C29C55F-F512-8447-E7F9-62F78E32086D}"/>
              </a:ext>
            </a:extLst>
          </p:cNvPr>
          <p:cNvSpPr>
            <a:spLocks noGrp="1"/>
          </p:cNvSpPr>
          <p:nvPr/>
        </p:nvSpPr>
        <p:spPr>
          <a:xfrm>
            <a:off x="8324850" y="3209925"/>
            <a:ext cx="723900" cy="209550"/>
          </a:xfrm>
          <a:prstGeom prst="right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ombustion releases heat">
            <a:extLst>
              <a:ext uri="{FF2B5EF4-FFF2-40B4-BE49-F238E27FC236}">
                <a16:creationId xmlns:a16="http://schemas.microsoft.com/office/drawing/2014/main" id="{C5051593-DD97-28AB-09F1-2279B493EB1C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714625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Combustion releases heat</a:t>
            </a:r>
          </a:p>
        </p:txBody>
      </p:sp>
      <p:sp>
        <p:nvSpPr>
          <p:cNvPr id="26" name="Steam expands&#10;and turns the shaft">
            <a:extLst>
              <a:ext uri="{FF2B5EF4-FFF2-40B4-BE49-F238E27FC236}">
                <a16:creationId xmlns:a16="http://schemas.microsoft.com/office/drawing/2014/main" id="{F335CE34-D5C0-43AE-E1DD-A41A4B791A16}"/>
              </a:ext>
            </a:extLst>
          </p:cNvPr>
          <p:cNvSpPr>
            <a:spLocks noGrp="1"/>
          </p:cNvSpPr>
          <p:nvPr/>
        </p:nvSpPr>
        <p:spPr>
          <a:xfrm>
            <a:off x="6257925" y="3943350"/>
            <a:ext cx="2190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Steam expands</a:t>
            </a:r>
          </a:p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turns the shaft</a:t>
            </a:r>
          </a:p>
        </p:txBody>
      </p:sp>
      <p:sp>
        <p:nvSpPr>
          <p:cNvPr id="27" name="Magnetic induction&#10;produces current">
            <a:extLst>
              <a:ext uri="{FF2B5EF4-FFF2-40B4-BE49-F238E27FC236}">
                <a16:creationId xmlns:a16="http://schemas.microsoft.com/office/drawing/2014/main" id="{A3671718-E4F9-9CB6-DDAC-5E1EC22A8204}"/>
              </a:ext>
            </a:extLst>
          </p:cNvPr>
          <p:cNvSpPr>
            <a:spLocks noGrp="1"/>
          </p:cNvSpPr>
          <p:nvPr/>
        </p:nvSpPr>
        <p:spPr>
          <a:xfrm>
            <a:off x="9067800" y="3943350"/>
            <a:ext cx="23526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Magnetic induction</a:t>
            </a:r>
          </a:p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produces current</a:t>
            </a:r>
          </a:p>
        </p:txBody>
      </p:sp>
      <p:sp>
        <p:nvSpPr>
          <p:cNvPr id="28" name="Flue gas leaves the stack.&#10;Ash remains after combustion">
            <a:extLst>
              <a:ext uri="{FF2B5EF4-FFF2-40B4-BE49-F238E27FC236}">
                <a16:creationId xmlns:a16="http://schemas.microsoft.com/office/drawing/2014/main" id="{2D7F519F-9811-FE82-216F-42B9023FD514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409575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Flue gas leaves the stack.</a:t>
            </a:r>
          </a:p>
          <a:p>
            <a: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Ash remains after combustion.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918458-8F57-FB6A-DFD0-080B54C0545B}"/>
              </a:ext>
            </a:extLst>
          </p:cNvPr>
          <p:cNvSpPr>
            <a:spLocks noGrp="1"/>
          </p:cNvSpPr>
          <p:nvPr/>
        </p:nvSpPr>
        <p:spPr>
          <a:xfrm>
            <a:off x="6296025" y="4905375"/>
            <a:ext cx="1971675" cy="6096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Condenser">
            <a:extLst>
              <a:ext uri="{FF2B5EF4-FFF2-40B4-BE49-F238E27FC236}">
                <a16:creationId xmlns:a16="http://schemas.microsoft.com/office/drawing/2014/main" id="{3E855568-DC5A-9855-B531-E8A502069D70}"/>
              </a:ext>
            </a:extLst>
          </p:cNvPr>
          <p:cNvSpPr>
            <a:spLocks noGrp="1"/>
          </p:cNvSpPr>
          <p:nvPr/>
        </p:nvSpPr>
        <p:spPr>
          <a:xfrm>
            <a:off x="6391275" y="5000625"/>
            <a:ext cx="17811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Condenser</a:t>
            </a:r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ACC2CD59-919C-2FAF-C252-CA4F2E1D61F2}"/>
              </a:ext>
            </a:extLst>
          </p:cNvPr>
          <p:cNvSpPr>
            <a:spLocks noGrp="1"/>
          </p:cNvSpPr>
          <p:nvPr/>
        </p:nvSpPr>
        <p:spPr>
          <a:xfrm>
            <a:off x="7134225" y="4533900"/>
            <a:ext cx="266700" cy="285750"/>
          </a:xfrm>
          <a:prstGeom prst="down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74A2CD-2ACF-2DB0-2AD9-C12F1C1DF324}"/>
              </a:ext>
            </a:extLst>
          </p:cNvPr>
          <p:cNvSpPr>
            <a:spLocks noGrp="1"/>
          </p:cNvSpPr>
          <p:nvPr/>
        </p:nvSpPr>
        <p:spPr>
          <a:xfrm>
            <a:off x="9191625" y="4905375"/>
            <a:ext cx="2028825" cy="6096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Cooling system">
            <a:extLst>
              <a:ext uri="{FF2B5EF4-FFF2-40B4-BE49-F238E27FC236}">
                <a16:creationId xmlns:a16="http://schemas.microsoft.com/office/drawing/2014/main" id="{3F7D3BCD-C28A-EE19-7A7D-0D5B402BF879}"/>
              </a:ext>
            </a:extLst>
          </p:cNvPr>
          <p:cNvSpPr>
            <a:spLocks noGrp="1"/>
          </p:cNvSpPr>
          <p:nvPr/>
        </p:nvSpPr>
        <p:spPr>
          <a:xfrm>
            <a:off x="9286875" y="5000625"/>
            <a:ext cx="18383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Cooling system</a:t>
            </a: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81EBB703-E2E6-D239-8ECD-7371E58CDCE6}"/>
              </a:ext>
            </a:extLst>
          </p:cNvPr>
          <p:cNvSpPr>
            <a:spLocks noGrp="1"/>
          </p:cNvSpPr>
          <p:nvPr/>
        </p:nvSpPr>
        <p:spPr>
          <a:xfrm>
            <a:off x="8343900" y="5105400"/>
            <a:ext cx="752475" cy="190500"/>
          </a:xfrm>
          <a:prstGeom prst="right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8F419229-F449-709C-06FD-3793A399D58D}"/>
              </a:ext>
            </a:extLst>
          </p:cNvPr>
          <p:cNvSpPr>
            <a:spLocks noGrp="1"/>
          </p:cNvSpPr>
          <p:nvPr/>
        </p:nvSpPr>
        <p:spPr>
          <a:xfrm>
            <a:off x="4476750" y="5219700"/>
            <a:ext cx="1752600" cy="0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AE633D92-3F83-33D1-299E-297B975AF0B1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0" cy="1362075"/>
          </a:xfrm>
          <a:prstGeom prst="line">
            <a:avLst/>
          </a:prstGeom>
          <a:noFill/>
          <a:ln w="28575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Up Arrow 36">
            <a:extLst>
              <a:ext uri="{FF2B5EF4-FFF2-40B4-BE49-F238E27FC236}">
                <a16:creationId xmlns:a16="http://schemas.microsoft.com/office/drawing/2014/main" id="{DF7C19FF-E2E9-433D-377E-7C0D02D09CCE}"/>
              </a:ext>
            </a:extLst>
          </p:cNvPr>
          <p:cNvSpPr>
            <a:spLocks noGrp="1"/>
          </p:cNvSpPr>
          <p:nvPr/>
        </p:nvSpPr>
        <p:spPr>
          <a:xfrm>
            <a:off x="4371975" y="3819525"/>
            <a:ext cx="219075" cy="333375"/>
          </a:xfrm>
          <a:prstGeom prst="up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Liquid water returns">
            <a:extLst>
              <a:ext uri="{FF2B5EF4-FFF2-40B4-BE49-F238E27FC236}">
                <a16:creationId xmlns:a16="http://schemas.microsoft.com/office/drawing/2014/main" id="{73AE4F22-FBD7-1D06-C416-BAEE93894453}"/>
              </a:ext>
            </a:extLst>
          </p:cNvPr>
          <p:cNvSpPr>
            <a:spLocks noGrp="1"/>
          </p:cNvSpPr>
          <p:nvPr/>
        </p:nvSpPr>
        <p:spPr>
          <a:xfrm>
            <a:off x="4267200" y="5572125"/>
            <a:ext cx="269557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Liquid water returns</a:t>
            </a:r>
          </a:p>
        </p:txBody>
      </p:sp>
      <p:sp>
        <p:nvSpPr>
          <p:cNvPr id="39" name="Waste heat → environment">
            <a:extLst>
              <a:ext uri="{FF2B5EF4-FFF2-40B4-BE49-F238E27FC236}">
                <a16:creationId xmlns:a16="http://schemas.microsoft.com/office/drawing/2014/main" id="{9B8667F1-0300-60DA-B20F-18BCE0DFF01F}"/>
              </a:ext>
            </a:extLst>
          </p:cNvPr>
          <p:cNvSpPr>
            <a:spLocks noGrp="1"/>
          </p:cNvSpPr>
          <p:nvPr/>
        </p:nvSpPr>
        <p:spPr>
          <a:xfrm>
            <a:off x="8591550" y="557212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Waste heat → environment</a:t>
            </a:r>
          </a:p>
        </p:txBody>
      </p:sp>
      <p:sp>
        <p:nvSpPr>
          <p:cNvPr id="40" name="Fig. 9.14, redrawn: burning fuel supplies the heat that">
            <a:extLst>
              <a:ext uri="{FF2B5EF4-FFF2-40B4-BE49-F238E27FC236}">
                <a16:creationId xmlns:a16="http://schemas.microsoft.com/office/drawing/2014/main" id="{D9D74008-B7A0-05B8-416F-A6EDC0952542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9.14, redrawn: burning fuel supplies the heat that produces steam, turns a turbine, and drives an electrical generator.</a:t>
            </a:r>
          </a:p>
        </p:txBody>
      </p:sp>
    </p:spTree>
    <p:extLst>
      <p:ext uri="{BB962C8B-B14F-4D97-AF65-F5344CB8AC3E}">
        <p14:creationId xmlns:p14="http://schemas.microsoft.com/office/powerpoint/2010/main" val="790615899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 9  /  ISSUES">
            <a:extLst>
              <a:ext uri="{FF2B5EF4-FFF2-40B4-BE49-F238E27FC236}">
                <a16:creationId xmlns:a16="http://schemas.microsoft.com/office/drawing/2014/main" id="{613354B6-D65B-4109-828E-8C0E217EFF4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BB90449A-4238-4877-9F13-595C7089D3E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38 / 64</a:t>
            </a:r>
          </a:p>
        </p:txBody>
      </p:sp>
      <p:sp>
        <p:nvSpPr>
          <p:cNvPr id="3" name="The chapter’s main environmental issues">
            <a:extLst>
              <a:ext uri="{FF2B5EF4-FFF2-40B4-BE49-F238E27FC236}">
                <a16:creationId xmlns:a16="http://schemas.microsoft.com/office/drawing/2014/main" id="{3E7D5534-AEEF-4B4C-8F82-0587E1B47D48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ain environmental issues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3E750-4DEB-4C4F-B7A3-F7AFC25AFD47}"/>
              </a:ext>
            </a:extLst>
          </p:cNvPr>
          <p:cNvSpPr>
            <a:spLocks noGrp="1"/>
          </p:cNvSpPr>
          <p:nvPr/>
        </p:nvSpPr>
        <p:spPr>
          <a:xfrm>
            <a:off x="752475" y="2057400"/>
            <a:ext cx="10668000" cy="3800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Finite resources and unequal access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Forest loss, habitat fragmentation, and buried streams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Air pollutants, toxic metals, and climate-warming emissions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Water depletion and contamination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Oil spills, coal sludge, and fly ash waste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Uranium-mine residues and long-lived spent fuel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Major accidents and lasting costs to communities</a:t>
            </a:r>
          </a:p>
        </p:txBody>
      </p:sp>
      <p:sp>
        <p:nvSpPr>
          <p:cNvPr id="5" name="Expanded issue list from §§9.4–9.6. Impacts occur durin">
            <a:extLst>
              <a:ext uri="{FF2B5EF4-FFF2-40B4-BE49-F238E27FC236}">
                <a16:creationId xmlns:a16="http://schemas.microsoft.com/office/drawing/2014/main" id="{48A03B29-A0EE-44B7-9628-68DDE33B57C8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Expanded issue list from §§9.4–9.6. Impacts occur during extraction, transport, use, and waste management.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PTER 9  /  ISSUES">
            <a:extLst>
              <a:ext uri="{FF2B5EF4-FFF2-40B4-BE49-F238E27FC236}">
                <a16:creationId xmlns:a16="http://schemas.microsoft.com/office/drawing/2014/main" id="{00EB7249-A9BB-4AB3-B53C-D27945CF242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D23D4481-A3AE-469A-B0E6-BE62BE461889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39 / 64</a:t>
            </a:r>
          </a:p>
        </p:txBody>
      </p:sp>
      <p:sp>
        <p:nvSpPr>
          <p:cNvPr id="3" name="Mountaintop removal changes entire watersheds">
            <a:extLst>
              <a:ext uri="{FF2B5EF4-FFF2-40B4-BE49-F238E27FC236}">
                <a16:creationId xmlns:a16="http://schemas.microsoft.com/office/drawing/2014/main" id="{86768736-2EC5-4AE1-8944-B17A3D6F89D0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Mountaintop removal changes entire watersheds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0004D-8DBD-40E3-B722-261882D25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00" t="2000" r="14000" b="2000"/>
          <a:stretch/>
        </p:blipFill>
        <p:spPr>
          <a:xfrm>
            <a:off x="723900" y="2152650"/>
            <a:ext cx="6962775" cy="3552825"/>
          </a:xfrm>
          <a:prstGeom prst="rect">
            <a:avLst/>
          </a:prstGeom>
        </p:spPr>
      </p:pic>
      <p:sp>
        <p:nvSpPr>
          <p:cNvPr id="5" name="Forests removed">
            <a:extLst>
              <a:ext uri="{FF2B5EF4-FFF2-40B4-BE49-F238E27FC236}">
                <a16:creationId xmlns:a16="http://schemas.microsoft.com/office/drawing/2014/main" id="{42DA2A7F-745B-474E-A377-2DE8BA1587D0}"/>
              </a:ext>
            </a:extLst>
          </p:cNvPr>
          <p:cNvSpPr>
            <a:spLocks noGrp="1"/>
          </p:cNvSpPr>
          <p:nvPr/>
        </p:nvSpPr>
        <p:spPr>
          <a:xfrm>
            <a:off x="8077200" y="22955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Forests removed</a:t>
            </a:r>
          </a:p>
        </p:txBody>
      </p:sp>
      <p:sp>
        <p:nvSpPr>
          <p:cNvPr id="6" name="Rock fills bury valleys&#10;and headwater streams.">
            <a:extLst>
              <a:ext uri="{FF2B5EF4-FFF2-40B4-BE49-F238E27FC236}">
                <a16:creationId xmlns:a16="http://schemas.microsoft.com/office/drawing/2014/main" id="{3F3AB36D-DA44-43E0-98AC-4F547ACAD182}"/>
              </a:ext>
            </a:extLst>
          </p:cNvPr>
          <p:cNvSpPr>
            <a:spLocks noGrp="1"/>
          </p:cNvSpPr>
          <p:nvPr/>
        </p:nvSpPr>
        <p:spPr>
          <a:xfrm>
            <a:off x="8077200" y="3067050"/>
            <a:ext cx="3419475" cy="885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Rock fills bury valleys</a:t>
            </a:r>
          </a:p>
          <a:p>
            <a: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headwater streams.</a:t>
            </a:r>
          </a:p>
        </p:txBody>
      </p:sp>
      <p:sp>
        <p:nvSpPr>
          <p:cNvPr id="7" name="Dust and polluted runoff&#10;affect ecosystems and&#10;nearby c">
            <a:extLst>
              <a:ext uri="{FF2B5EF4-FFF2-40B4-BE49-F238E27FC236}">
                <a16:creationId xmlns:a16="http://schemas.microsoft.com/office/drawing/2014/main" id="{1153A2F1-6F4F-40EA-8A0C-CBAC3D7890D3}"/>
              </a:ext>
            </a:extLst>
          </p:cNvPr>
          <p:cNvSpPr>
            <a:spLocks noGrp="1"/>
          </p:cNvSpPr>
          <p:nvPr/>
        </p:nvSpPr>
        <p:spPr>
          <a:xfrm>
            <a:off x="8077200" y="4305300"/>
            <a:ext cx="3419475" cy="1257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Dust and polluted runoff</a:t>
            </a:r>
          </a:p>
          <a:p>
            <a: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affect ecosystems and</a:t>
            </a:r>
          </a:p>
          <a:p>
            <a: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nearby communities.</a:t>
            </a:r>
          </a:p>
        </p:txBody>
      </p:sp>
      <p:sp>
        <p:nvSpPr>
          <p:cNvPr id="8" name="Mountaintop removal in West Virginia. Photo: Mary Huffo">
            <a:extLst>
              <a:ext uri="{FF2B5EF4-FFF2-40B4-BE49-F238E27FC236}">
                <a16:creationId xmlns:a16="http://schemas.microsoft.com/office/drawing/2014/main" id="{93F788D7-F824-4B38-A835-DA1C8960C658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Mountaintop removal in West Virginia. Photo: Mary Hufford / Library of Congress, via USGS (public domain). Companion to the mechanisms discussed with Fig. 9.23.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PTER 9  /  ISSUES">
            <a:extLst>
              <a:ext uri="{FF2B5EF4-FFF2-40B4-BE49-F238E27FC236}">
                <a16:creationId xmlns:a16="http://schemas.microsoft.com/office/drawing/2014/main" id="{EB424A4E-B46A-40DD-9D58-2BEFF867958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AB006FF3-795C-4BA0-98BC-9996E319024F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40 / 64</a:t>
            </a:r>
          </a:p>
        </p:txBody>
      </p:sp>
      <p:sp>
        <p:nvSpPr>
          <p:cNvPr id="3" name="Satellite images show the mining footprint expanding">
            <a:extLst>
              <a:ext uri="{FF2B5EF4-FFF2-40B4-BE49-F238E27FC236}">
                <a16:creationId xmlns:a16="http://schemas.microsoft.com/office/drawing/2014/main" id="{1489E059-0238-4301-BFA9-CBFFDC073AE1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Satellite images show the mining footprint expanding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7CB8C-5101-4843-AD89-37C256CFB0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00" b="15100"/>
          <a:stretch>
            <a:fillRect/>
          </a:stretch>
        </p:blipFill>
        <p:spPr>
          <a:xfrm>
            <a:off x="800100" y="2362200"/>
            <a:ext cx="4762500" cy="3324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FE7A3A-5736-4855-97D5-8870867060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100" b="15100"/>
          <a:stretch>
            <a:fillRect/>
          </a:stretch>
        </p:blipFill>
        <p:spPr>
          <a:xfrm>
            <a:off x="6505575" y="2362200"/>
            <a:ext cx="4762500" cy="3324225"/>
          </a:xfrm>
          <a:prstGeom prst="rect">
            <a:avLst/>
          </a:prstGeom>
        </p:spPr>
      </p:pic>
      <p:sp>
        <p:nvSpPr>
          <p:cNvPr id="6" name="1987">
            <a:extLst>
              <a:ext uri="{FF2B5EF4-FFF2-40B4-BE49-F238E27FC236}">
                <a16:creationId xmlns:a16="http://schemas.microsoft.com/office/drawing/2014/main" id="{FEF94FE2-8795-4CB4-A6FF-02747D3F1674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1987</a:t>
            </a:r>
          </a:p>
        </p:txBody>
      </p:sp>
      <p:sp>
        <p:nvSpPr>
          <p:cNvPr id="7" name="2011">
            <a:extLst>
              <a:ext uri="{FF2B5EF4-FFF2-40B4-BE49-F238E27FC236}">
                <a16:creationId xmlns:a16="http://schemas.microsoft.com/office/drawing/2014/main" id="{9B664F10-3F2A-4331-8A21-C16F5C0B498A}"/>
              </a:ext>
            </a:extLst>
          </p:cNvPr>
          <p:cNvSpPr>
            <a:spLocks noGrp="1"/>
          </p:cNvSpPr>
          <p:nvPr/>
        </p:nvSpPr>
        <p:spPr>
          <a:xfrm>
            <a:off x="6505575" y="19621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2011</a:t>
            </a:r>
          </a:p>
        </p:txBody>
      </p:sp>
      <p:sp>
        <p:nvSpPr>
          <p:cNvPr id="8" name="Same region, Landsat 5: June 6, 1987 and June 8, 2011. ">
            <a:extLst>
              <a:ext uri="{FF2B5EF4-FFF2-40B4-BE49-F238E27FC236}">
                <a16:creationId xmlns:a16="http://schemas.microsoft.com/office/drawing/2014/main" id="{89BFAA89-9CCD-41B7-BB80-2032223B0063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Same region, Landsat 5: June 6, 1987 and June 8, 2011. Light disturbed areas expand among forested ridges. NASA / USGS.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PTER 9  /  ISSUES">
            <a:extLst>
              <a:ext uri="{FF2B5EF4-FFF2-40B4-BE49-F238E27FC236}">
                <a16:creationId xmlns:a16="http://schemas.microsoft.com/office/drawing/2014/main" id="{5FA3C61C-3BC6-4FA4-AB09-9C29C9CEFBF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FEDE1715-A0ED-4C4E-AEF3-11AA39DE43E1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41 / 64</a:t>
            </a:r>
          </a:p>
        </p:txBody>
      </p:sp>
      <p:sp>
        <p:nvSpPr>
          <p:cNvPr id="3" name="Coal waste can contaminate land and water">
            <a:extLst>
              <a:ext uri="{FF2B5EF4-FFF2-40B4-BE49-F238E27FC236}">
                <a16:creationId xmlns:a16="http://schemas.microsoft.com/office/drawing/2014/main" id="{6FCACD07-B92A-458D-9DB4-403BB2EFF72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Coal waste can contaminate land and water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2A9CD-4F70-4C9F-B81A-838528DA2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0" t="11900" r="53500" b="59400"/>
          <a:stretch/>
        </p:blipFill>
        <p:spPr>
          <a:xfrm>
            <a:off x="742950" y="2133600"/>
            <a:ext cx="5657850" cy="37814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51B4A-4DBE-444D-B6C6-AC5E509B0ADB}"/>
              </a:ext>
            </a:extLst>
          </p:cNvPr>
          <p:cNvSpPr>
            <a:spLocks noGrp="1"/>
          </p:cNvSpPr>
          <p:nvPr/>
        </p:nvSpPr>
        <p:spPr>
          <a:xfrm>
            <a:off x="6981825" y="2133600"/>
            <a:ext cx="4429125" cy="3514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254000" indent="-139700" algn="l">
              <a:spcAft>
                <a:spcPts val="1800"/>
              </a:spcAft>
              <a:buChar char="•"/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Coal washing produces sludge.</a:t>
            </a:r>
          </a:p>
          <a:p>
            <a:pPr marL="254000" indent="-139700" algn="l">
              <a:spcAft>
                <a:spcPts val="1800"/>
              </a:spcAft>
              <a:buChar char="•"/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Combustion produces fly ash.</a:t>
            </a:r>
          </a:p>
          <a:p>
            <a:pPr marL="254000" indent="-139700" algn="l">
              <a:spcAft>
                <a:spcPts val="1800"/>
              </a:spcAft>
              <a:buChar char="•"/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Pond failures spread slurry across land and rivers.</a:t>
            </a:r>
          </a:p>
          <a:p>
            <a:pPr marL="254000" indent="-139700" algn="l">
              <a:spcAft>
                <a:spcPts val="1800"/>
              </a:spcAft>
              <a:buChar char="•"/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Metals can also leach without a major spill.</a:t>
            </a:r>
          </a:p>
        </p:txBody>
      </p:sp>
      <p:sp>
        <p:nvSpPr>
          <p:cNvPr id="6" name="Fig. 9.24: the Kingston, Tennessee, ash-pond failure re">
            <a:extLst>
              <a:ext uri="{FF2B5EF4-FFF2-40B4-BE49-F238E27FC236}">
                <a16:creationId xmlns:a16="http://schemas.microsoft.com/office/drawing/2014/main" id="{FE2EFEF1-3F1D-4A40-BEBF-3E1F205CD7B1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9.24: the Kingston, Tennessee, ash-pond failure released about 4 million m³ of slurry in December 2008. Book photo: David Luttrell / TVA.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PTER 9  /  ISSUES">
            <a:extLst>
              <a:ext uri="{FF2B5EF4-FFF2-40B4-BE49-F238E27FC236}">
                <a16:creationId xmlns:a16="http://schemas.microsoft.com/office/drawing/2014/main" id="{03A9B2FF-1629-47FD-B6AE-25370C0CEE8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4D0BD96D-AC54-4E70-8634-E4080EEE660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42 / 64</a:t>
            </a:r>
          </a:p>
        </p:txBody>
      </p:sp>
      <p:sp>
        <p:nvSpPr>
          <p:cNvPr id="3" name="Oil spills harm wildlife and human livelihoods">
            <a:extLst>
              <a:ext uri="{FF2B5EF4-FFF2-40B4-BE49-F238E27FC236}">
                <a16:creationId xmlns:a16="http://schemas.microsoft.com/office/drawing/2014/main" id="{9CFD891E-406A-4768-A16C-D1352381B0CB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Oil spills harm wildlife and human livelihoods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F588A-2BCF-4B61-9EBA-CABB0D839B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62" b="8562"/>
          <a:stretch>
            <a:fillRect/>
          </a:stretch>
        </p:blipFill>
        <p:spPr>
          <a:xfrm>
            <a:off x="714375" y="2038350"/>
            <a:ext cx="5210175" cy="3886200"/>
          </a:xfrm>
          <a:prstGeom prst="rect">
            <a:avLst/>
          </a:prstGeom>
        </p:spPr>
      </p:pic>
      <p:sp>
        <p:nvSpPr>
          <p:cNvPr id="5" name="Deepwater Horizon, 2010">
            <a:extLst>
              <a:ext uri="{FF2B5EF4-FFF2-40B4-BE49-F238E27FC236}">
                <a16:creationId xmlns:a16="http://schemas.microsoft.com/office/drawing/2014/main" id="{912EDBA7-4BF3-432E-9F60-119FF157826B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5143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Deepwater Horizon, 2010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11EF1-25B5-43ED-906F-8A5E549758A4}"/>
              </a:ext>
            </a:extLst>
          </p:cNvPr>
          <p:cNvSpPr>
            <a:spLocks noGrp="1"/>
          </p:cNvSpPr>
          <p:nvPr/>
        </p:nvSpPr>
        <p:spPr>
          <a:xfrm>
            <a:off x="6343650" y="2771775"/>
            <a:ext cx="5057775" cy="2933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254000" indent="-139700" algn="l">
              <a:spcAft>
                <a:spcPts val="1800"/>
              </a:spcAft>
              <a:buChar char="•"/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rig explosion killed 11 workers.</a:t>
            </a:r>
          </a:p>
          <a:p>
            <a:pPr marL="254000" indent="-139700" algn="l">
              <a:spcAft>
                <a:spcPts val="1800"/>
              </a:spcAft>
              <a:buChar char="•"/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Oil contaminated wildlife and coastal habitats.</a:t>
            </a:r>
          </a:p>
          <a:p>
            <a:pPr marL="254000" indent="-139700" algn="l">
              <a:spcAft>
                <a:spcPts val="1800"/>
              </a:spcAft>
              <a:buChar char="•"/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Fishing and tourism communities lost income.</a:t>
            </a:r>
          </a:p>
          <a:p>
            <a:pPr marL="254000" indent="-139700" algn="l">
              <a:spcAft>
                <a:spcPts val="1800"/>
              </a:spcAft>
              <a:buChar char="•"/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Effects can persist after visible oil disappears.</a:t>
            </a:r>
          </a:p>
        </p:txBody>
      </p:sp>
      <p:sp>
        <p:nvSpPr>
          <p:cNvPr id="7" name="An oiled brown pelican is captured for cleaning after D">
            <a:extLst>
              <a:ext uri="{FF2B5EF4-FFF2-40B4-BE49-F238E27FC236}">
                <a16:creationId xmlns:a16="http://schemas.microsoft.com/office/drawing/2014/main" id="{AED3C70A-6AB6-448F-85C3-C7411259837A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An oiled brown pelican is captured for cleaning after Deepwater Horizon. Photo: Tom Mackenzie / USFWS (public domain).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PTER 9  /  ISSUES">
            <a:extLst>
              <a:ext uri="{FF2B5EF4-FFF2-40B4-BE49-F238E27FC236}">
                <a16:creationId xmlns:a16="http://schemas.microsoft.com/office/drawing/2014/main" id="{2C01575A-37B1-4F94-87B3-E4407D11FDA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17B4C468-C598-4E52-8BE0-3215BB5CE8B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43 / 64</a:t>
            </a:r>
          </a:p>
        </p:txBody>
      </p:sp>
      <p:sp>
        <p:nvSpPr>
          <p:cNvPr id="3" name="Oil-sands mining removes a living landscape">
            <a:extLst>
              <a:ext uri="{FF2B5EF4-FFF2-40B4-BE49-F238E27FC236}">
                <a16:creationId xmlns:a16="http://schemas.microsoft.com/office/drawing/2014/main" id="{2AD3F35D-AF5E-4267-BCF4-75E413B57D4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Oil-sands mining removes a living landscape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AF094-45B7-4437-B76B-5BC4B64284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00" t="10800" r="40200" b="68100"/>
          <a:stretch/>
        </p:blipFill>
        <p:spPr>
          <a:xfrm>
            <a:off x="714375" y="2419350"/>
            <a:ext cx="5057775" cy="3143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A8BAE7-8DFE-4DDE-8BBF-6121256DD5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700" t="10800" r="3000" b="68100"/>
          <a:stretch/>
        </p:blipFill>
        <p:spPr>
          <a:xfrm>
            <a:off x="6448425" y="2419350"/>
            <a:ext cx="5057775" cy="3143250"/>
          </a:xfrm>
          <a:prstGeom prst="rect">
            <a:avLst/>
          </a:prstGeom>
        </p:spPr>
      </p:pic>
      <p:sp>
        <p:nvSpPr>
          <p:cNvPr id="6" name="Boreal forest and wetlands">
            <a:extLst>
              <a:ext uri="{FF2B5EF4-FFF2-40B4-BE49-F238E27FC236}">
                <a16:creationId xmlns:a16="http://schemas.microsoft.com/office/drawing/2014/main" id="{568BA80F-4AA7-4530-B120-E17923834D6D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1D6AA"/>
                </a:solidFill>
                <a:latin typeface="Arial"/>
                <a:ea typeface="Arial"/>
                <a:cs typeface="Arial"/>
              </a:rPr>
              <a:t>Boreal forest and wetlands</a:t>
            </a:r>
          </a:p>
        </p:txBody>
      </p:sp>
      <p:sp>
        <p:nvSpPr>
          <p:cNvPr id="7" name="Surface mine">
            <a:extLst>
              <a:ext uri="{FF2B5EF4-FFF2-40B4-BE49-F238E27FC236}">
                <a16:creationId xmlns:a16="http://schemas.microsoft.com/office/drawing/2014/main" id="{6C693BCF-273E-4C65-96BF-93AB12B7D1CD}"/>
              </a:ext>
            </a:extLst>
          </p:cNvPr>
          <p:cNvSpPr>
            <a:spLocks noGrp="1"/>
          </p:cNvSpPr>
          <p:nvPr/>
        </p:nvSpPr>
        <p:spPr>
          <a:xfrm>
            <a:off x="6448425" y="1971675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Surface mine</a:t>
            </a:r>
          </a:p>
        </p:txBody>
      </p:sp>
      <p:sp>
        <p:nvSpPr>
          <p:cNvPr id="8" name="Fig. 9.25: oil-sands extraction removes the overlying f">
            <a:extLst>
              <a:ext uri="{FF2B5EF4-FFF2-40B4-BE49-F238E27FC236}">
                <a16:creationId xmlns:a16="http://schemas.microsoft.com/office/drawing/2014/main" id="{AFFCED64-C58F-47D9-AD27-D93950796B6F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9.25: oil-sands extraction removes the overlying forest, wetlands, and ponds. Book photos: Ashley Cooper / Alamy and Brett Gundlock / Bloomberg via Getty Images.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HAPTER 9  /  ISSUES">
            <a:extLst>
              <a:ext uri="{FF2B5EF4-FFF2-40B4-BE49-F238E27FC236}">
                <a16:creationId xmlns:a16="http://schemas.microsoft.com/office/drawing/2014/main" id="{CC0F408C-6387-414A-9390-1BBB269CBC4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23AC1537-54B6-4086-968F-15421FBD421D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44 / 64</a:t>
            </a:r>
          </a:p>
        </p:txBody>
      </p:sp>
      <p:sp>
        <p:nvSpPr>
          <p:cNvPr id="3" name="Fracking risks extend through the water cycle">
            <a:extLst>
              <a:ext uri="{FF2B5EF4-FFF2-40B4-BE49-F238E27FC236}">
                <a16:creationId xmlns:a16="http://schemas.microsoft.com/office/drawing/2014/main" id="{5C915FCA-7FF6-4685-8C46-3EC56548309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Fracking risks extend through the water cycle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219B7CF6-B1B2-4DE8-AFBD-9CF4E07FB890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17430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94975-82A7-440C-9702-9C71508F973E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1933575" cy="923925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cquire water">
            <a:extLst>
              <a:ext uri="{FF2B5EF4-FFF2-40B4-BE49-F238E27FC236}">
                <a16:creationId xmlns:a16="http://schemas.microsoft.com/office/drawing/2014/main" id="{4824956C-6495-4DF2-9DE6-1A252D9B4346}"/>
              </a:ext>
            </a:extLst>
          </p:cNvPr>
          <p:cNvSpPr>
            <a:spLocks noGrp="1"/>
          </p:cNvSpPr>
          <p:nvPr/>
        </p:nvSpPr>
        <p:spPr>
          <a:xfrm>
            <a:off x="819150" y="3124200"/>
            <a:ext cx="1743075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Acquire water</a:t>
            </a:r>
          </a:p>
        </p:txBody>
      </p:sp>
      <p:sp>
        <p:nvSpPr>
          <p:cNvPr id="7" name="Competing demand">
            <a:extLst>
              <a:ext uri="{FF2B5EF4-FFF2-40B4-BE49-F238E27FC236}">
                <a16:creationId xmlns:a16="http://schemas.microsoft.com/office/drawing/2014/main" id="{A2C8084A-4504-4C57-8BEC-144F4A194937}"/>
              </a:ext>
            </a:extLst>
          </p:cNvPr>
          <p:cNvSpPr>
            <a:spLocks noGrp="1"/>
          </p:cNvSpPr>
          <p:nvPr/>
        </p:nvSpPr>
        <p:spPr>
          <a:xfrm>
            <a:off x="723900" y="4257675"/>
            <a:ext cx="19621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Competing demand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D6E64A99-2FEB-4FC7-83B0-201BC00A1AAF}"/>
              </a:ext>
            </a:extLst>
          </p:cNvPr>
          <p:cNvSpPr>
            <a:spLocks noGrp="1"/>
          </p:cNvSpPr>
          <p:nvPr/>
        </p:nvSpPr>
        <p:spPr>
          <a:xfrm>
            <a:off x="2705100" y="3343275"/>
            <a:ext cx="171450" cy="22860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02">
            <a:extLst>
              <a:ext uri="{FF2B5EF4-FFF2-40B4-BE49-F238E27FC236}">
                <a16:creationId xmlns:a16="http://schemas.microsoft.com/office/drawing/2014/main" id="{0C577D87-2C42-4C51-A033-08B3381EEE27}"/>
              </a:ext>
            </a:extLst>
          </p:cNvPr>
          <p:cNvSpPr>
            <a:spLocks noGrp="1"/>
          </p:cNvSpPr>
          <p:nvPr/>
        </p:nvSpPr>
        <p:spPr>
          <a:xfrm>
            <a:off x="2933700" y="2114550"/>
            <a:ext cx="17430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7FED86-B6C7-49CA-84C6-FB729706041E}"/>
              </a:ext>
            </a:extLst>
          </p:cNvPr>
          <p:cNvSpPr>
            <a:spLocks noGrp="1"/>
          </p:cNvSpPr>
          <p:nvPr/>
        </p:nvSpPr>
        <p:spPr>
          <a:xfrm>
            <a:off x="2933700" y="3028950"/>
            <a:ext cx="1933575" cy="923925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Mix chemicals">
            <a:extLst>
              <a:ext uri="{FF2B5EF4-FFF2-40B4-BE49-F238E27FC236}">
                <a16:creationId xmlns:a16="http://schemas.microsoft.com/office/drawing/2014/main" id="{7D1EC568-0CE8-48AF-8A4C-11A81875F6A6}"/>
              </a:ext>
            </a:extLst>
          </p:cNvPr>
          <p:cNvSpPr>
            <a:spLocks noGrp="1"/>
          </p:cNvSpPr>
          <p:nvPr/>
        </p:nvSpPr>
        <p:spPr>
          <a:xfrm>
            <a:off x="3028950" y="3124200"/>
            <a:ext cx="1743075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Mix chemicals</a:t>
            </a:r>
          </a:p>
        </p:txBody>
      </p:sp>
      <p:sp>
        <p:nvSpPr>
          <p:cNvPr id="12" name="Surface spills">
            <a:extLst>
              <a:ext uri="{FF2B5EF4-FFF2-40B4-BE49-F238E27FC236}">
                <a16:creationId xmlns:a16="http://schemas.microsoft.com/office/drawing/2014/main" id="{87C100AC-3B09-461B-BB1D-F174867E6DFC}"/>
              </a:ext>
            </a:extLst>
          </p:cNvPr>
          <p:cNvSpPr>
            <a:spLocks noGrp="1"/>
          </p:cNvSpPr>
          <p:nvPr/>
        </p:nvSpPr>
        <p:spPr>
          <a:xfrm>
            <a:off x="2933700" y="4257675"/>
            <a:ext cx="19621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Surface spills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F1B8DC0-68C0-4944-8FA3-A7D0D6D4F157}"/>
              </a:ext>
            </a:extLst>
          </p:cNvPr>
          <p:cNvSpPr>
            <a:spLocks noGrp="1"/>
          </p:cNvSpPr>
          <p:nvPr/>
        </p:nvSpPr>
        <p:spPr>
          <a:xfrm>
            <a:off x="4914900" y="3343275"/>
            <a:ext cx="171450" cy="22860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EF1B11E0-2782-48C9-BC32-CAA7415D8DAD}"/>
              </a:ext>
            </a:extLst>
          </p:cNvPr>
          <p:cNvSpPr>
            <a:spLocks noGrp="1"/>
          </p:cNvSpPr>
          <p:nvPr/>
        </p:nvSpPr>
        <p:spPr>
          <a:xfrm>
            <a:off x="5143500" y="2114550"/>
            <a:ext cx="17430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FDA917-2761-4379-A5A4-6E1819393DE2}"/>
              </a:ext>
            </a:extLst>
          </p:cNvPr>
          <p:cNvSpPr>
            <a:spLocks noGrp="1"/>
          </p:cNvSpPr>
          <p:nvPr/>
        </p:nvSpPr>
        <p:spPr>
          <a:xfrm>
            <a:off x="5143500" y="3028950"/>
            <a:ext cx="1933575" cy="923925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Inject into well">
            <a:extLst>
              <a:ext uri="{FF2B5EF4-FFF2-40B4-BE49-F238E27FC236}">
                <a16:creationId xmlns:a16="http://schemas.microsoft.com/office/drawing/2014/main" id="{D5C2CB94-0A88-4265-9DFB-E9B0210EA624}"/>
              </a:ext>
            </a:extLst>
          </p:cNvPr>
          <p:cNvSpPr>
            <a:spLocks noGrp="1"/>
          </p:cNvSpPr>
          <p:nvPr/>
        </p:nvSpPr>
        <p:spPr>
          <a:xfrm>
            <a:off x="5238750" y="3124200"/>
            <a:ext cx="1743075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Inject into well</a:t>
            </a:r>
          </a:p>
        </p:txBody>
      </p:sp>
      <p:sp>
        <p:nvSpPr>
          <p:cNvPr id="17" name="Well integrity">
            <a:extLst>
              <a:ext uri="{FF2B5EF4-FFF2-40B4-BE49-F238E27FC236}">
                <a16:creationId xmlns:a16="http://schemas.microsoft.com/office/drawing/2014/main" id="{92290806-935E-4713-95BA-6CD2113F6769}"/>
              </a:ext>
            </a:extLst>
          </p:cNvPr>
          <p:cNvSpPr>
            <a:spLocks noGrp="1"/>
          </p:cNvSpPr>
          <p:nvPr/>
        </p:nvSpPr>
        <p:spPr>
          <a:xfrm>
            <a:off x="5143500" y="4257675"/>
            <a:ext cx="19621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Well integrity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90A1B569-9912-4217-9005-12A6A097D38D}"/>
              </a:ext>
            </a:extLst>
          </p:cNvPr>
          <p:cNvSpPr>
            <a:spLocks noGrp="1"/>
          </p:cNvSpPr>
          <p:nvPr/>
        </p:nvSpPr>
        <p:spPr>
          <a:xfrm>
            <a:off x="7124700" y="3343275"/>
            <a:ext cx="171450" cy="22860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04">
            <a:extLst>
              <a:ext uri="{FF2B5EF4-FFF2-40B4-BE49-F238E27FC236}">
                <a16:creationId xmlns:a16="http://schemas.microsoft.com/office/drawing/2014/main" id="{44D479BE-10C4-4A16-9D2C-705C7F37E050}"/>
              </a:ext>
            </a:extLst>
          </p:cNvPr>
          <p:cNvSpPr>
            <a:spLocks noGrp="1"/>
          </p:cNvSpPr>
          <p:nvPr/>
        </p:nvSpPr>
        <p:spPr>
          <a:xfrm>
            <a:off x="7353300" y="2114550"/>
            <a:ext cx="17430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589E33-C6A7-4BEE-A643-39C3DDA8494D}"/>
              </a:ext>
            </a:extLst>
          </p:cNvPr>
          <p:cNvSpPr>
            <a:spLocks noGrp="1"/>
          </p:cNvSpPr>
          <p:nvPr/>
        </p:nvSpPr>
        <p:spPr>
          <a:xfrm>
            <a:off x="7353300" y="3028950"/>
            <a:ext cx="1933575" cy="923925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ollect wastewater">
            <a:extLst>
              <a:ext uri="{FF2B5EF4-FFF2-40B4-BE49-F238E27FC236}">
                <a16:creationId xmlns:a16="http://schemas.microsoft.com/office/drawing/2014/main" id="{C43B2962-70A6-4883-A3D0-9A54F48320FF}"/>
              </a:ext>
            </a:extLst>
          </p:cNvPr>
          <p:cNvSpPr>
            <a:spLocks noGrp="1"/>
          </p:cNvSpPr>
          <p:nvPr/>
        </p:nvSpPr>
        <p:spPr>
          <a:xfrm>
            <a:off x="7448550" y="3124200"/>
            <a:ext cx="1743075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Collect wastewater</a:t>
            </a:r>
          </a:p>
        </p:txBody>
      </p:sp>
      <p:sp>
        <p:nvSpPr>
          <p:cNvPr id="22" name="Leaks and spills">
            <a:extLst>
              <a:ext uri="{FF2B5EF4-FFF2-40B4-BE49-F238E27FC236}">
                <a16:creationId xmlns:a16="http://schemas.microsoft.com/office/drawing/2014/main" id="{535274AD-1CEA-490D-8BE3-BE5F7F34AF01}"/>
              </a:ext>
            </a:extLst>
          </p:cNvPr>
          <p:cNvSpPr>
            <a:spLocks noGrp="1"/>
          </p:cNvSpPr>
          <p:nvPr/>
        </p:nvSpPr>
        <p:spPr>
          <a:xfrm>
            <a:off x="7353300" y="4257675"/>
            <a:ext cx="19621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Leaks and spills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8524BD3F-3875-4204-AFB9-867CDC998E2E}"/>
              </a:ext>
            </a:extLst>
          </p:cNvPr>
          <p:cNvSpPr>
            <a:spLocks noGrp="1"/>
          </p:cNvSpPr>
          <p:nvPr/>
        </p:nvSpPr>
        <p:spPr>
          <a:xfrm>
            <a:off x="9334500" y="3343275"/>
            <a:ext cx="171450" cy="228600"/>
          </a:xfrm>
          <a:prstGeom prst="rightArrow">
            <a:avLst/>
          </a:prstGeom>
          <a:solidFill>
            <a:srgbClr val="FFBC8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05">
            <a:extLst>
              <a:ext uri="{FF2B5EF4-FFF2-40B4-BE49-F238E27FC236}">
                <a16:creationId xmlns:a16="http://schemas.microsoft.com/office/drawing/2014/main" id="{5A85CD3D-A305-46FC-A2AF-9E230E0B793C}"/>
              </a:ext>
            </a:extLst>
          </p:cNvPr>
          <p:cNvSpPr>
            <a:spLocks noGrp="1"/>
          </p:cNvSpPr>
          <p:nvPr/>
        </p:nvSpPr>
        <p:spPr>
          <a:xfrm>
            <a:off x="9563100" y="2114550"/>
            <a:ext cx="17430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2C22A6-6A82-47C0-8E2B-B63A92199A7C}"/>
              </a:ext>
            </a:extLst>
          </p:cNvPr>
          <p:cNvSpPr>
            <a:spLocks noGrp="1"/>
          </p:cNvSpPr>
          <p:nvPr/>
        </p:nvSpPr>
        <p:spPr>
          <a:xfrm>
            <a:off x="9563100" y="3028950"/>
            <a:ext cx="1933575" cy="923925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reat / dispose">
            <a:extLst>
              <a:ext uri="{FF2B5EF4-FFF2-40B4-BE49-F238E27FC236}">
                <a16:creationId xmlns:a16="http://schemas.microsoft.com/office/drawing/2014/main" id="{F8051393-41EA-4DCD-A5E7-88FA1A9EFB8B}"/>
              </a:ext>
            </a:extLst>
          </p:cNvPr>
          <p:cNvSpPr>
            <a:spLocks noGrp="1"/>
          </p:cNvSpPr>
          <p:nvPr/>
        </p:nvSpPr>
        <p:spPr>
          <a:xfrm>
            <a:off x="9658350" y="3124200"/>
            <a:ext cx="1743075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Treat / dispose</a:t>
            </a:r>
          </a:p>
        </p:txBody>
      </p:sp>
      <p:sp>
        <p:nvSpPr>
          <p:cNvPr id="27" name="Discharge; disposal">
            <a:extLst>
              <a:ext uri="{FF2B5EF4-FFF2-40B4-BE49-F238E27FC236}">
                <a16:creationId xmlns:a16="http://schemas.microsoft.com/office/drawing/2014/main" id="{84CEAE74-17DB-41F6-8146-DC3600129D32}"/>
              </a:ext>
            </a:extLst>
          </p:cNvPr>
          <p:cNvSpPr>
            <a:spLocks noGrp="1"/>
          </p:cNvSpPr>
          <p:nvPr/>
        </p:nvSpPr>
        <p:spPr>
          <a:xfrm>
            <a:off x="9563100" y="4257675"/>
            <a:ext cx="19621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828B"/>
                </a:solidFill>
                <a:latin typeface="Arial"/>
                <a:ea typeface="Arial"/>
                <a:cs typeface="Arial"/>
              </a:rPr>
              <a:t>Discharge; disposal</a:t>
            </a:r>
          </a:p>
        </p:txBody>
      </p:sp>
      <p:sp>
        <p:nvSpPr>
          <p:cNvPr id="28" name="A water-quality risk can arise at every stage—not only ">
            <a:extLst>
              <a:ext uri="{FF2B5EF4-FFF2-40B4-BE49-F238E27FC236}">
                <a16:creationId xmlns:a16="http://schemas.microsoft.com/office/drawing/2014/main" id="{26329869-C193-43E0-98B3-90BC4BE5C4C2}"/>
              </a:ext>
            </a:extLst>
          </p:cNvPr>
          <p:cNvSpPr>
            <a:spLocks noGrp="1"/>
          </p:cNvSpPr>
          <p:nvPr/>
        </p:nvSpPr>
        <p:spPr>
          <a:xfrm>
            <a:off x="733425" y="5362575"/>
            <a:ext cx="10620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A water-quality risk can arise at every stage—not only deep underground.</a:t>
            </a:r>
          </a:p>
        </p:txBody>
      </p:sp>
      <p:sp>
        <p:nvSpPr>
          <p:cNvPr id="29" name="Fig. 9.26, redrawn: acquiring, mixing, injecting, recov">
            <a:extLst>
              <a:ext uri="{FF2B5EF4-FFF2-40B4-BE49-F238E27FC236}">
                <a16:creationId xmlns:a16="http://schemas.microsoft.com/office/drawing/2014/main" id="{B1A078F1-593B-4F3E-8177-0ADC661342EE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9.26, redrawn: acquiring, mixing, injecting, recovering, and disposing of water can affect drinking-water resources. EPA’s final assessment (2016) supports this risk framework.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 9  /  ISSUES">
            <a:extLst>
              <a:ext uri="{FF2B5EF4-FFF2-40B4-BE49-F238E27FC236}">
                <a16:creationId xmlns:a16="http://schemas.microsoft.com/office/drawing/2014/main" id="{87844144-2658-450C-8F7F-EB0A77AC229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E30D896E-ED92-4D44-92BF-B74CC8E9DE9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45 / 64</a:t>
            </a:r>
          </a:p>
        </p:txBody>
      </p:sp>
      <p:sp>
        <p:nvSpPr>
          <p:cNvPr id="3" name="Nuclear impacts extend beyond the reactor">
            <a:extLst>
              <a:ext uri="{FF2B5EF4-FFF2-40B4-BE49-F238E27FC236}">
                <a16:creationId xmlns:a16="http://schemas.microsoft.com/office/drawing/2014/main" id="{8A65FB60-F672-4EA6-A0C0-1183C0D86747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Nuclear impacts extend beyond the reactor</a:t>
            </a:r>
          </a:p>
        </p:txBody>
      </p:sp>
      <p:sp>
        <p:nvSpPr>
          <p:cNvPr id="4" name="Mining">
            <a:extLst>
              <a:ext uri="{FF2B5EF4-FFF2-40B4-BE49-F238E27FC236}">
                <a16:creationId xmlns:a16="http://schemas.microsoft.com/office/drawing/2014/main" id="{00A7B1C7-A553-41CF-8F37-36DA2BE56393}"/>
              </a:ext>
            </a:extLst>
          </p:cNvPr>
          <p:cNvSpPr>
            <a:spLocks noGrp="1"/>
          </p:cNvSpPr>
          <p:nvPr/>
        </p:nvSpPr>
        <p:spPr>
          <a:xfrm>
            <a:off x="714375" y="207645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Mining</a:t>
            </a:r>
          </a:p>
        </p:txBody>
      </p:sp>
      <p:sp>
        <p:nvSpPr>
          <p:cNvPr id="5" name="Tailings and contaminated sites can expose workers&#10;and ">
            <a:extLst>
              <a:ext uri="{FF2B5EF4-FFF2-40B4-BE49-F238E27FC236}">
                <a16:creationId xmlns:a16="http://schemas.microsoft.com/office/drawing/2014/main" id="{332CC799-47D1-44CF-9873-D0B2AC348CD5}"/>
              </a:ext>
            </a:extLst>
          </p:cNvPr>
          <p:cNvSpPr>
            <a:spLocks noGrp="1"/>
          </p:cNvSpPr>
          <p:nvPr/>
        </p:nvSpPr>
        <p:spPr>
          <a:xfrm>
            <a:off x="2686050" y="207645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Tailings and contaminated sites can expose workers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communities to radioactive materials.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D269971-C0CB-427E-9152-8B240ACCFBA6}"/>
              </a:ext>
            </a:extLst>
          </p:cNvPr>
          <p:cNvSpPr>
            <a:spLocks noGrp="1"/>
          </p:cNvSpPr>
          <p:nvPr/>
        </p:nvSpPr>
        <p:spPr>
          <a:xfrm>
            <a:off x="714375" y="3057525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Spent fuel">
            <a:extLst>
              <a:ext uri="{FF2B5EF4-FFF2-40B4-BE49-F238E27FC236}">
                <a16:creationId xmlns:a16="http://schemas.microsoft.com/office/drawing/2014/main" id="{BA615EE5-7CDC-4BC7-A37A-A74F55D3DA89}"/>
              </a:ext>
            </a:extLst>
          </p:cNvPr>
          <p:cNvSpPr>
            <a:spLocks noGrp="1"/>
          </p:cNvSpPr>
          <p:nvPr/>
        </p:nvSpPr>
        <p:spPr>
          <a:xfrm>
            <a:off x="714375" y="3209925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Spent fuel</a:t>
            </a:r>
          </a:p>
        </p:txBody>
      </p:sp>
      <p:sp>
        <p:nvSpPr>
          <p:cNvPr id="8" name="High radioactivity and decay heat require shielding,&#10;co">
            <a:extLst>
              <a:ext uri="{FF2B5EF4-FFF2-40B4-BE49-F238E27FC236}">
                <a16:creationId xmlns:a16="http://schemas.microsoft.com/office/drawing/2014/main" id="{FAC95087-4D65-466B-A95C-A86FFC72DC3B}"/>
              </a:ext>
            </a:extLst>
          </p:cNvPr>
          <p:cNvSpPr>
            <a:spLocks noGrp="1"/>
          </p:cNvSpPr>
          <p:nvPr/>
        </p:nvSpPr>
        <p:spPr>
          <a:xfrm>
            <a:off x="2686050" y="3209925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High radioactivity and decay heat require shielding,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cooling, secure storage, and long-term isolation.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64BB51F-A610-49A6-BA75-EE5DFDF1C7E0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ccidents">
            <a:extLst>
              <a:ext uri="{FF2B5EF4-FFF2-40B4-BE49-F238E27FC236}">
                <a16:creationId xmlns:a16="http://schemas.microsoft.com/office/drawing/2014/main" id="{6F02C895-F613-48CC-8653-39FD9F44713B}"/>
              </a:ext>
            </a:extLst>
          </p:cNvPr>
          <p:cNvSpPr>
            <a:spLocks noGrp="1"/>
          </p:cNvSpPr>
          <p:nvPr/>
        </p:nvSpPr>
        <p:spPr>
          <a:xfrm>
            <a:off x="714375" y="434340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Accidents</a:t>
            </a:r>
          </a:p>
        </p:txBody>
      </p:sp>
      <p:sp>
        <p:nvSpPr>
          <p:cNvPr id="11" name="Loss of cooling or containment can damage fuel&#10;and rele">
            <a:extLst>
              <a:ext uri="{FF2B5EF4-FFF2-40B4-BE49-F238E27FC236}">
                <a16:creationId xmlns:a16="http://schemas.microsoft.com/office/drawing/2014/main" id="{C3CB5344-203C-4E07-922A-9DF516278412}"/>
              </a:ext>
            </a:extLst>
          </p:cNvPr>
          <p:cNvSpPr>
            <a:spLocks noGrp="1"/>
          </p:cNvSpPr>
          <p:nvPr/>
        </p:nvSpPr>
        <p:spPr>
          <a:xfrm>
            <a:off x="2686050" y="434340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Loss of cooling or containment can damage fuel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release radioactive material.</a:t>
            </a:r>
          </a:p>
        </p:txBody>
      </p:sp>
      <p:sp>
        <p:nvSpPr>
          <p:cNvPr id="12" name="Chapter synthesis, §9.6. A reactor’s lack of fossil-fue">
            <a:extLst>
              <a:ext uri="{FF2B5EF4-FFF2-40B4-BE49-F238E27FC236}">
                <a16:creationId xmlns:a16="http://schemas.microsoft.com/office/drawing/2014/main" id="{9060C6BE-EE3B-4D01-BAA3-3B00FEA62ED6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Chapter synthesis, §9.6. A reactor’s lack of fossil-fuel combustion does not remove its mining, waste, cooling, or accident obligations.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 9  /  ISSUES">
            <a:extLst>
              <a:ext uri="{FF2B5EF4-FFF2-40B4-BE49-F238E27FC236}">
                <a16:creationId xmlns:a16="http://schemas.microsoft.com/office/drawing/2014/main" id="{B78EFAB1-89D6-4329-88CC-CAB30FDB508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78E88271-86E2-4E0B-870B-46A4F7F098A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46 / 64</a:t>
            </a:r>
          </a:p>
        </p:txBody>
      </p:sp>
      <p:sp>
        <p:nvSpPr>
          <p:cNvPr id="3" name="Three nuclear accidents had different consequences">
            <a:extLst>
              <a:ext uri="{FF2B5EF4-FFF2-40B4-BE49-F238E27FC236}">
                <a16:creationId xmlns:a16="http://schemas.microsoft.com/office/drawing/2014/main" id="{FA925054-C484-4BB5-86F2-188BE7DBA890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nuclear accidents had different consequences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1B3C47-F68A-4E2B-B59B-0ABC07276A89}"/>
              </a:ext>
            </a:extLst>
          </p:cNvPr>
          <p:cNvGraphicFramePr/>
          <p:nvPr/>
        </p:nvGraphicFramePr>
        <p:xfrm>
          <a:off x="685800" y="2228850"/>
          <a:ext cx="10820400" cy="3513774"/>
        </p:xfrm>
        <a:graphic>
          <a:graphicData uri="http://schemas.openxmlformats.org/drawingml/2006/table">
            <a:tbl>
              <a:tblPr/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Accident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What failed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Environmental significance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Three Mile Island</a:t>
                      </a:r>
                    </a:p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1979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Coolant loss and misinterpreted</a:t>
                      </a:r>
                    </a:p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plant conditions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Partial meltdown; containment limited</a:t>
                      </a:r>
                    </a:p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release. NRC found negligible health effects.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Chernobyl</a:t>
                      </a:r>
                    </a:p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1986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Unsafe test, reactor-design flaws,</a:t>
                      </a:r>
                    </a:p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and explosion/fire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Large release without robust containment;</a:t>
                      </a:r>
                    </a:p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widespread fallout and long-term exclusion.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Fukushima Daiichi</a:t>
                      </a:r>
                    </a:p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2011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Earthquake and tsunami disabled</a:t>
                      </a:r>
                    </a:p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power and cooling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Core damage, hydrogen explosions, releases,</a:t>
                      </a:r>
                    </a:p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evacuations, and prolonged cleanup.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ynthesis accompanying Figs. 9.27–9.29: the initiating ">
            <a:extLst>
              <a:ext uri="{FF2B5EF4-FFF2-40B4-BE49-F238E27FC236}">
                <a16:creationId xmlns:a16="http://schemas.microsoft.com/office/drawing/2014/main" id="{2878BA06-A9C0-4300-99FD-5CE93B547663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Synthesis accompanying Figs. 9.27–9.29: the initiating events, reactor designs, containment performance, and releases differed.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 9  /  ISSUES">
            <a:extLst>
              <a:ext uri="{FF2B5EF4-FFF2-40B4-BE49-F238E27FC236}">
                <a16:creationId xmlns:a16="http://schemas.microsoft.com/office/drawing/2014/main" id="{CE769D9C-E132-421D-9E2B-8DF4F758D94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DFDFEB29-2837-4375-8DC3-9097050C0F3E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47 / 64</a:t>
            </a:r>
          </a:p>
        </p:txBody>
      </p:sp>
      <p:sp>
        <p:nvSpPr>
          <p:cNvPr id="3" name="Compare complete pathways: extraction">
            <a:extLst>
              <a:ext uri="{FF2B5EF4-FFF2-40B4-BE49-F238E27FC236}">
                <a16:creationId xmlns:a16="http://schemas.microsoft.com/office/drawing/2014/main" id="{43FA566D-66E2-441F-9D95-48B7DEEDED2B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complete pathways: extraction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CDD468-A310-45CA-AA1F-47B20667267B}"/>
              </a:ext>
            </a:extLst>
          </p:cNvPr>
          <p:cNvGraphicFramePr/>
          <p:nvPr/>
        </p:nvGraphicFramePr>
        <p:xfrm>
          <a:off x="685800" y="2095500"/>
          <a:ext cx="10820400" cy="367665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Extraction &amp; processing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Land, water &amp; community burdens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Coal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Strip mining; mountaintop removal;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coal washing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Forest and stream loss; acid mine drainage;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dust; contaminated sludge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Oil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Drilling; oil-sands mining;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refining and transport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Spills; forest and peatland loss;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water use; contaminated habitats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Natural gas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Drilling; hydraulic fracturing;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gathering and transport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Water withdrawals; spills and well leakage;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methane loss; wastewater disposal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Nuclear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Uranium mining; milling;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enrichment and fuel fabrication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Mine disturbance; radioactive tailings;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worker and community exposure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hapter synthesis, §§9.4–9.6: impacts start before a po">
            <a:extLst>
              <a:ext uri="{FF2B5EF4-FFF2-40B4-BE49-F238E27FC236}">
                <a16:creationId xmlns:a16="http://schemas.microsoft.com/office/drawing/2014/main" id="{96E030FC-E5BC-40A8-A387-10E85EEC4B6E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Chapter synthesis, §§9.4–9.6: impacts start before a power plant operates. Wastewater injection can induce earthquakes; it is distinct from fracking.</a:t>
            </a:r>
          </a:p>
        </p:txBody>
      </p:sp>
    </p:spTree>
    <p:extLst>
      <p:ext uri="{BB962C8B-B14F-4D97-AF65-F5344CB8AC3E}">
        <p14:creationId xmlns:p14="http://schemas.microsoft.com/office/powerpoint/2010/main" val="3643337328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 9  /  ISSUES">
            <a:extLst>
              <a:ext uri="{FF2B5EF4-FFF2-40B4-BE49-F238E27FC236}">
                <a16:creationId xmlns:a16="http://schemas.microsoft.com/office/drawing/2014/main" id="{B0200672-37AE-4761-8A9A-D67EF38A3B3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D391A9E6-E0AA-4E87-9872-056B55A7508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48 / 64</a:t>
            </a:r>
          </a:p>
        </p:txBody>
      </p:sp>
      <p:sp>
        <p:nvSpPr>
          <p:cNvPr id="3" name="Compare complete pathways: use and lasting waste">
            <a:extLst>
              <a:ext uri="{FF2B5EF4-FFF2-40B4-BE49-F238E27FC236}">
                <a16:creationId xmlns:a16="http://schemas.microsoft.com/office/drawing/2014/main" id="{9C5F63F2-9AF5-4F91-BAD6-FC0DA3CCB66B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complete pathways: use and lasting waste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75B93B-EB4F-45E9-87B9-C18503B3B554}"/>
              </a:ext>
            </a:extLst>
          </p:cNvPr>
          <p:cNvGraphicFramePr/>
          <p:nvPr/>
        </p:nvGraphicFramePr>
        <p:xfrm>
          <a:off x="685800" y="2095500"/>
          <a:ext cx="10820400" cy="367665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Use / operation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Waste, accidents &amp; continuing duties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Coal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CO₂; air pollutants and toxic metals;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cooling demand and waste heat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Ash and sludge containment; acid drainage;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mine reclamation and water monitoring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Oil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CO₂ and air pollutants from fuels;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refinery and transport impacts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Spill cleanup; contaminated sediments;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long recovery of affected ecosystems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Natural gas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CO₂ and nitrogen oxides;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methane leakage across the system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Manage flowback and produced water;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well integrity; disposal-induced seismicity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Nuclear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No combustion in the reactor;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cooling demand and waste heat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Spent fuel and tailings; accident preparedness;</a:t>
                      </a:r>
                    </a:p>
                    <a:p>
                      <a:r>
                        <a:rPr sz="17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secure storage and decommissioning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xpanded chapter synthesis, §§9.4–9.6. This inventory d">
            <a:extLst>
              <a:ext uri="{FF2B5EF4-FFF2-40B4-BE49-F238E27FC236}">
                <a16:creationId xmlns:a16="http://schemas.microsoft.com/office/drawing/2014/main" id="{5CAA60A1-E2FB-42D7-977B-0EC64544E94E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Expanded chapter synthesis, §§9.4–9.6. This inventory does not imply equal impact magnitudes or equal accident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2014963329"/>
      </p:ext>
    </p:extLst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PTER 9  /  ISSUES">
            <a:extLst>
              <a:ext uri="{FF2B5EF4-FFF2-40B4-BE49-F238E27FC236}">
                <a16:creationId xmlns:a16="http://schemas.microsoft.com/office/drawing/2014/main" id="{637349C3-685F-4F01-BFD9-83B6D6DF344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ISSUES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BE429638-C0FC-4B89-8690-0204DCA4C01E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49 / 64</a:t>
            </a:r>
          </a:p>
        </p:txBody>
      </p:sp>
      <p:sp>
        <p:nvSpPr>
          <p:cNvPr id="3" name="Issues summary">
            <a:extLst>
              <a:ext uri="{FF2B5EF4-FFF2-40B4-BE49-F238E27FC236}">
                <a16:creationId xmlns:a16="http://schemas.microsoft.com/office/drawing/2014/main" id="{8F54FD78-F0E4-452B-B9EF-7065266F3B1A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Issues summary</a:t>
            </a:r>
          </a:p>
        </p:txBody>
      </p:sp>
      <p:sp>
        <p:nvSpPr>
          <p:cNvPr id="4" name="9.4">
            <a:extLst>
              <a:ext uri="{FF2B5EF4-FFF2-40B4-BE49-F238E27FC236}">
                <a16:creationId xmlns:a16="http://schemas.microsoft.com/office/drawing/2014/main" id="{D7624E46-1099-49F0-97D0-932D4527CA7A}"/>
              </a:ext>
            </a:extLst>
          </p:cNvPr>
          <p:cNvSpPr>
            <a:spLocks noGrp="1"/>
          </p:cNvSpPr>
          <p:nvPr/>
        </p:nvSpPr>
        <p:spPr>
          <a:xfrm>
            <a:off x="714375" y="207645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9.4</a:t>
            </a:r>
          </a:p>
        </p:txBody>
      </p:sp>
      <p:sp>
        <p:nvSpPr>
          <p:cNvPr id="5" name="Finite supplies and changing demand create pressure.&#10;Fo">
            <a:extLst>
              <a:ext uri="{FF2B5EF4-FFF2-40B4-BE49-F238E27FC236}">
                <a16:creationId xmlns:a16="http://schemas.microsoft.com/office/drawing/2014/main" id="{06D58A40-1B1F-409E-B4EE-9DB3A34EE09A}"/>
              </a:ext>
            </a:extLst>
          </p:cNvPr>
          <p:cNvSpPr>
            <a:spLocks noGrp="1"/>
          </p:cNvSpPr>
          <p:nvPr/>
        </p:nvSpPr>
        <p:spPr>
          <a:xfrm>
            <a:off x="2686050" y="207645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Finite supplies and changing demand create pressure.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Forecasts depend on uncertain assumptions.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A22FDB34-E69B-4243-AB95-61AC90474262}"/>
              </a:ext>
            </a:extLst>
          </p:cNvPr>
          <p:cNvSpPr>
            <a:spLocks noGrp="1"/>
          </p:cNvSpPr>
          <p:nvPr/>
        </p:nvSpPr>
        <p:spPr>
          <a:xfrm>
            <a:off x="714375" y="3057525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9.5">
            <a:extLst>
              <a:ext uri="{FF2B5EF4-FFF2-40B4-BE49-F238E27FC236}">
                <a16:creationId xmlns:a16="http://schemas.microsoft.com/office/drawing/2014/main" id="{838AC235-FABF-46A8-9653-62CE9761AB73}"/>
              </a:ext>
            </a:extLst>
          </p:cNvPr>
          <p:cNvSpPr>
            <a:spLocks noGrp="1"/>
          </p:cNvSpPr>
          <p:nvPr/>
        </p:nvSpPr>
        <p:spPr>
          <a:xfrm>
            <a:off x="714375" y="3209925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9.5</a:t>
            </a:r>
          </a:p>
        </p:txBody>
      </p:sp>
      <p:sp>
        <p:nvSpPr>
          <p:cNvPr id="8" name="Extraction, combustion, spills, and residues damage&#10;lan">
            <a:extLst>
              <a:ext uri="{FF2B5EF4-FFF2-40B4-BE49-F238E27FC236}">
                <a16:creationId xmlns:a16="http://schemas.microsoft.com/office/drawing/2014/main" id="{6E844B0F-F022-4C00-8CDB-4EE7452E45C1}"/>
              </a:ext>
            </a:extLst>
          </p:cNvPr>
          <p:cNvSpPr>
            <a:spLocks noGrp="1"/>
          </p:cNvSpPr>
          <p:nvPr/>
        </p:nvSpPr>
        <p:spPr>
          <a:xfrm>
            <a:off x="2686050" y="3209925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Extraction, combustion, spills, and residues damage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land, water, air, and human well-being.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B91BDC4-60F1-4657-8587-6F43F4769A0E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9.6">
            <a:extLst>
              <a:ext uri="{FF2B5EF4-FFF2-40B4-BE49-F238E27FC236}">
                <a16:creationId xmlns:a16="http://schemas.microsoft.com/office/drawing/2014/main" id="{B783F919-320A-479A-957A-821DA14AAAC1}"/>
              </a:ext>
            </a:extLst>
          </p:cNvPr>
          <p:cNvSpPr>
            <a:spLocks noGrp="1"/>
          </p:cNvSpPr>
          <p:nvPr/>
        </p:nvSpPr>
        <p:spPr>
          <a:xfrm>
            <a:off x="714375" y="434340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9.6</a:t>
            </a:r>
          </a:p>
        </p:txBody>
      </p:sp>
      <p:sp>
        <p:nvSpPr>
          <p:cNvPr id="11" name="Nuclear energy carries mining and waste burdens.&#10;Major ">
            <a:extLst>
              <a:ext uri="{FF2B5EF4-FFF2-40B4-BE49-F238E27FC236}">
                <a16:creationId xmlns:a16="http://schemas.microsoft.com/office/drawing/2014/main" id="{A15463E9-69D9-446E-AF01-93A8C2F802A3}"/>
              </a:ext>
            </a:extLst>
          </p:cNvPr>
          <p:cNvSpPr>
            <a:spLocks noGrp="1"/>
          </p:cNvSpPr>
          <p:nvPr/>
        </p:nvSpPr>
        <p:spPr>
          <a:xfrm>
            <a:off x="2686050" y="434340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Nuclear energy carries mining and waste burdens.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Major accidents reveal the importance of cooling and containment.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 9  /  SOLUTIONS">
            <a:extLst>
              <a:ext uri="{FF2B5EF4-FFF2-40B4-BE49-F238E27FC236}">
                <a16:creationId xmlns:a16="http://schemas.microsoft.com/office/drawing/2014/main" id="{C1AD4324-4068-4184-8F21-9D8C95D177F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5A169D6F-D9EF-4D03-AE8A-8E6EC11B9F0F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50 / 64</a:t>
            </a:r>
          </a:p>
        </p:txBody>
      </p:sp>
      <p:sp>
        <p:nvSpPr>
          <p:cNvPr id="3" name="Preventing oil-industry harm">
            <a:extLst>
              <a:ext uri="{FF2B5EF4-FFF2-40B4-BE49-F238E27FC236}">
                <a16:creationId xmlns:a16="http://schemas.microsoft.com/office/drawing/2014/main" id="{8B24D60D-6704-4B31-9BC6-FBBF6133705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Preventing oil-industry harm</a:t>
            </a:r>
          </a:p>
        </p:txBody>
      </p:sp>
      <p:sp>
        <p:nvSpPr>
          <p:cNvPr id="4" name="Equipment">
            <a:extLst>
              <a:ext uri="{FF2B5EF4-FFF2-40B4-BE49-F238E27FC236}">
                <a16:creationId xmlns:a16="http://schemas.microsoft.com/office/drawing/2014/main" id="{D3D11E60-2D7D-4FD8-8B25-40A15F10D2AE}"/>
              </a:ext>
            </a:extLst>
          </p:cNvPr>
          <p:cNvSpPr>
            <a:spLocks noGrp="1"/>
          </p:cNvSpPr>
          <p:nvPr/>
        </p:nvSpPr>
        <p:spPr>
          <a:xfrm>
            <a:off x="714375" y="207645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5" name="Double hulls, well integrity, maintenance,&#10;and reliable">
            <a:extLst>
              <a:ext uri="{FF2B5EF4-FFF2-40B4-BE49-F238E27FC236}">
                <a16:creationId xmlns:a16="http://schemas.microsoft.com/office/drawing/2014/main" id="{6930E10A-43FB-4999-9F62-075D566786D5}"/>
              </a:ext>
            </a:extLst>
          </p:cNvPr>
          <p:cNvSpPr>
            <a:spLocks noGrp="1"/>
          </p:cNvSpPr>
          <p:nvPr/>
        </p:nvSpPr>
        <p:spPr>
          <a:xfrm>
            <a:off x="2686050" y="207645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Double hulls, well integrity, maintenance,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reliable operating procedures reduce release risk.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56E75499-5F24-4B53-884C-938E52CED377}"/>
              </a:ext>
            </a:extLst>
          </p:cNvPr>
          <p:cNvSpPr>
            <a:spLocks noGrp="1"/>
          </p:cNvSpPr>
          <p:nvPr/>
        </p:nvSpPr>
        <p:spPr>
          <a:xfrm>
            <a:off x="714375" y="3057525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Planning">
            <a:extLst>
              <a:ext uri="{FF2B5EF4-FFF2-40B4-BE49-F238E27FC236}">
                <a16:creationId xmlns:a16="http://schemas.microsoft.com/office/drawing/2014/main" id="{8C1784D3-4AC5-4E4B-8525-0F3508C6C7BB}"/>
              </a:ext>
            </a:extLst>
          </p:cNvPr>
          <p:cNvSpPr>
            <a:spLocks noGrp="1"/>
          </p:cNvSpPr>
          <p:nvPr/>
        </p:nvSpPr>
        <p:spPr>
          <a:xfrm>
            <a:off x="714375" y="3209925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8" name="Prevention and response plans establish responsibilitie">
            <a:extLst>
              <a:ext uri="{FF2B5EF4-FFF2-40B4-BE49-F238E27FC236}">
                <a16:creationId xmlns:a16="http://schemas.microsoft.com/office/drawing/2014/main" id="{E8AB7481-6DBD-4C5E-90C4-8659B02FFD31}"/>
              </a:ext>
            </a:extLst>
          </p:cNvPr>
          <p:cNvSpPr>
            <a:spLocks noGrp="1"/>
          </p:cNvSpPr>
          <p:nvPr/>
        </p:nvSpPr>
        <p:spPr>
          <a:xfrm>
            <a:off x="2686050" y="3209925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Prevention and response plans establish responsibilities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before a spill and support rapid action afterward.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F9A212BD-C9A9-4A1F-9F40-5107639404CE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Location">
            <a:extLst>
              <a:ext uri="{FF2B5EF4-FFF2-40B4-BE49-F238E27FC236}">
                <a16:creationId xmlns:a16="http://schemas.microsoft.com/office/drawing/2014/main" id="{9617BE98-F505-4D18-AFF7-C03A38CD5026}"/>
              </a:ext>
            </a:extLst>
          </p:cNvPr>
          <p:cNvSpPr>
            <a:spLocks noGrp="1"/>
          </p:cNvSpPr>
          <p:nvPr/>
        </p:nvSpPr>
        <p:spPr>
          <a:xfrm>
            <a:off x="714375" y="434340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11" name="Avoiding development in sensitive areas prevents&#10;new dr">
            <a:extLst>
              <a:ext uri="{FF2B5EF4-FFF2-40B4-BE49-F238E27FC236}">
                <a16:creationId xmlns:a16="http://schemas.microsoft.com/office/drawing/2014/main" id="{0B310CE6-9DC1-4AEF-A3E9-EF739123A112}"/>
              </a:ext>
            </a:extLst>
          </p:cNvPr>
          <p:cNvSpPr>
            <a:spLocks noGrp="1"/>
          </p:cNvSpPr>
          <p:nvPr/>
        </p:nvSpPr>
        <p:spPr>
          <a:xfrm>
            <a:off x="2686050" y="434340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Avoiding development in sensitive areas prevents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new drilling-related disturbance at those sites.</a:t>
            </a:r>
          </a:p>
        </p:txBody>
      </p:sp>
      <p:sp>
        <p:nvSpPr>
          <p:cNvPr id="12" name="From §9.7: prevention combines engineering, oversight, ">
            <a:extLst>
              <a:ext uri="{FF2B5EF4-FFF2-40B4-BE49-F238E27FC236}">
                <a16:creationId xmlns:a16="http://schemas.microsoft.com/office/drawing/2014/main" id="{CE5921D2-C34D-4CEF-B114-FAD5426475D8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From §9.7: prevention combines engineering, oversight, preparedness, and decisions about where extraction should occur.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 9  /  SOLUTIONS">
            <a:extLst>
              <a:ext uri="{FF2B5EF4-FFF2-40B4-BE49-F238E27FC236}">
                <a16:creationId xmlns:a16="http://schemas.microsoft.com/office/drawing/2014/main" id="{6A560A3D-0D22-4C06-9AED-8C809F81A94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16CC2096-1418-40F9-879F-E644B195534F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51 / 64</a:t>
            </a:r>
          </a:p>
        </p:txBody>
      </p:sp>
      <p:sp>
        <p:nvSpPr>
          <p:cNvPr id="3" name="Oil-spill response has several distinct jobs">
            <a:extLst>
              <a:ext uri="{FF2B5EF4-FFF2-40B4-BE49-F238E27FC236}">
                <a16:creationId xmlns:a16="http://schemas.microsoft.com/office/drawing/2014/main" id="{AFB57172-E4DD-4149-9931-F30249A965DB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Oil-spill response has several distinct jobs</a:t>
            </a:r>
          </a:p>
        </p:txBody>
      </p:sp>
      <p:sp>
        <p:nvSpPr>
          <p:cNvPr id="4" name="PREVENT">
            <a:extLst>
              <a:ext uri="{FF2B5EF4-FFF2-40B4-BE49-F238E27FC236}">
                <a16:creationId xmlns:a16="http://schemas.microsoft.com/office/drawing/2014/main" id="{2BB5DF9C-A70F-4AA3-AD31-DA37CD2AA035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1D6AA"/>
                </a:solidFill>
                <a:latin typeface="Arial"/>
                <a:ea typeface="Arial"/>
                <a:cs typeface="Arial"/>
              </a:rPr>
              <a:t>PREVENT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CF43687-8DA4-4352-B1FD-CBBDFA90CD8C}"/>
              </a:ext>
            </a:extLst>
          </p:cNvPr>
          <p:cNvSpPr>
            <a:spLocks noGrp="1"/>
          </p:cNvSpPr>
          <p:nvPr/>
        </p:nvSpPr>
        <p:spPr>
          <a:xfrm>
            <a:off x="704850" y="2867025"/>
            <a:ext cx="2524125" cy="0"/>
          </a:xfrm>
          <a:prstGeom prst="line">
            <a:avLst/>
          </a:prstGeom>
          <a:noFill/>
          <a:ln w="28575">
            <a:solidFill>
              <a:srgbClr val="81D6A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Keep oil from escaping">
            <a:extLst>
              <a:ext uri="{FF2B5EF4-FFF2-40B4-BE49-F238E27FC236}">
                <a16:creationId xmlns:a16="http://schemas.microsoft.com/office/drawing/2014/main" id="{82FC6CF8-C946-449D-8C8D-25124F0D54A1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260985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 oil from escaping</a:t>
            </a:r>
          </a:p>
        </p:txBody>
      </p:sp>
      <p:sp>
        <p:nvSpPr>
          <p:cNvPr id="7" name="Safer equipment; maintenance;&#10;response plans; double hu">
            <a:extLst>
              <a:ext uri="{FF2B5EF4-FFF2-40B4-BE49-F238E27FC236}">
                <a16:creationId xmlns:a16="http://schemas.microsoft.com/office/drawing/2014/main" id="{51EB2415-B2DF-4704-9613-E5E138E9A78D}"/>
              </a:ext>
            </a:extLst>
          </p:cNvPr>
          <p:cNvSpPr>
            <a:spLocks noGrp="1"/>
          </p:cNvSpPr>
          <p:nvPr/>
        </p:nvSpPr>
        <p:spPr>
          <a:xfrm>
            <a:off x="704850" y="4410075"/>
            <a:ext cx="2600325" cy="1304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Safer equipment; maintenance;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response plans; double hulls</a:t>
            </a:r>
          </a:p>
        </p:txBody>
      </p:sp>
      <p:sp>
        <p:nvSpPr>
          <p:cNvPr id="8" name="CONTAIN">
            <a:extLst>
              <a:ext uri="{FF2B5EF4-FFF2-40B4-BE49-F238E27FC236}">
                <a16:creationId xmlns:a16="http://schemas.microsoft.com/office/drawing/2014/main" id="{B6362C72-50B5-4228-9C19-9E7E341E5B5E}"/>
              </a:ext>
            </a:extLst>
          </p:cNvPr>
          <p:cNvSpPr>
            <a:spLocks noGrp="1"/>
          </p:cNvSpPr>
          <p:nvPr/>
        </p:nvSpPr>
        <p:spPr>
          <a:xfrm>
            <a:off x="3524250" y="22669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1D6AA"/>
                </a:solidFill>
                <a:latin typeface="Arial"/>
                <a:ea typeface="Arial"/>
                <a:cs typeface="Arial"/>
              </a:rPr>
              <a:t>CONTAIN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6902E8E-35CC-4A6A-AE67-044E44FE5E36}"/>
              </a:ext>
            </a:extLst>
          </p:cNvPr>
          <p:cNvSpPr>
            <a:spLocks noGrp="1"/>
          </p:cNvSpPr>
          <p:nvPr/>
        </p:nvSpPr>
        <p:spPr>
          <a:xfrm>
            <a:off x="3524250" y="2867025"/>
            <a:ext cx="2524125" cy="0"/>
          </a:xfrm>
          <a:prstGeom prst="line">
            <a:avLst/>
          </a:prstGeom>
          <a:noFill/>
          <a:ln w="28575">
            <a:solidFill>
              <a:srgbClr val="81D6A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Limit the affected area">
            <a:extLst>
              <a:ext uri="{FF2B5EF4-FFF2-40B4-BE49-F238E27FC236}">
                <a16:creationId xmlns:a16="http://schemas.microsoft.com/office/drawing/2014/main" id="{02BDC7CB-7207-4B1C-A928-17DFC1499C86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260985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 the affected area</a:t>
            </a:r>
          </a:p>
        </p:txBody>
      </p:sp>
      <p:sp>
        <p:nvSpPr>
          <p:cNvPr id="11" name="Booms and barriers&#10;protect sensitive coastlines">
            <a:extLst>
              <a:ext uri="{FF2B5EF4-FFF2-40B4-BE49-F238E27FC236}">
                <a16:creationId xmlns:a16="http://schemas.microsoft.com/office/drawing/2014/main" id="{B81AFE81-1043-44CD-B623-4A943D8E80A7}"/>
              </a:ext>
            </a:extLst>
          </p:cNvPr>
          <p:cNvSpPr>
            <a:spLocks noGrp="1"/>
          </p:cNvSpPr>
          <p:nvPr/>
        </p:nvSpPr>
        <p:spPr>
          <a:xfrm>
            <a:off x="3524250" y="4410075"/>
            <a:ext cx="2600325" cy="1304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Booms and barriers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protect sensitive coastlines</a:t>
            </a:r>
          </a:p>
        </p:txBody>
      </p:sp>
      <p:sp>
        <p:nvSpPr>
          <p:cNvPr id="12" name="RECOVER">
            <a:extLst>
              <a:ext uri="{FF2B5EF4-FFF2-40B4-BE49-F238E27FC236}">
                <a16:creationId xmlns:a16="http://schemas.microsoft.com/office/drawing/2014/main" id="{9AB61275-AC05-48E5-B158-9A6AA7700BB6}"/>
              </a:ext>
            </a:extLst>
          </p:cNvPr>
          <p:cNvSpPr>
            <a:spLocks noGrp="1"/>
          </p:cNvSpPr>
          <p:nvPr/>
        </p:nvSpPr>
        <p:spPr>
          <a:xfrm>
            <a:off x="6343650" y="22669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1D6AA"/>
                </a:solidFill>
                <a:latin typeface="Arial"/>
                <a:ea typeface="Arial"/>
                <a:cs typeface="Arial"/>
              </a:rPr>
              <a:t>RECOVER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4D9266A-5C4C-42E3-8509-9B460FF312F5}"/>
              </a:ext>
            </a:extLst>
          </p:cNvPr>
          <p:cNvSpPr>
            <a:spLocks noGrp="1"/>
          </p:cNvSpPr>
          <p:nvPr/>
        </p:nvSpPr>
        <p:spPr>
          <a:xfrm>
            <a:off x="6343650" y="2867025"/>
            <a:ext cx="2524125" cy="0"/>
          </a:xfrm>
          <a:prstGeom prst="line">
            <a:avLst/>
          </a:prstGeom>
          <a:noFill/>
          <a:ln w="28575">
            <a:solidFill>
              <a:srgbClr val="81D6A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move accessible oil">
            <a:extLst>
              <a:ext uri="{FF2B5EF4-FFF2-40B4-BE49-F238E27FC236}">
                <a16:creationId xmlns:a16="http://schemas.microsoft.com/office/drawing/2014/main" id="{4C15EB65-CF73-43B2-8CC8-8ADCEE05A902}"/>
              </a:ext>
            </a:extLst>
          </p:cNvPr>
          <p:cNvSpPr>
            <a:spLocks noGrp="1"/>
          </p:cNvSpPr>
          <p:nvPr/>
        </p:nvSpPr>
        <p:spPr>
          <a:xfrm>
            <a:off x="6343650" y="3143250"/>
            <a:ext cx="260985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Remove accessible oil</a:t>
            </a:r>
          </a:p>
        </p:txBody>
      </p:sp>
      <p:sp>
        <p:nvSpPr>
          <p:cNvPr id="15" name="Skimmers collect oil;&#10;dispersants redistribute it">
            <a:extLst>
              <a:ext uri="{FF2B5EF4-FFF2-40B4-BE49-F238E27FC236}">
                <a16:creationId xmlns:a16="http://schemas.microsoft.com/office/drawing/2014/main" id="{2BD35CCE-EAD0-4365-A517-BE95ACC069AC}"/>
              </a:ext>
            </a:extLst>
          </p:cNvPr>
          <p:cNvSpPr>
            <a:spLocks noGrp="1"/>
          </p:cNvSpPr>
          <p:nvPr/>
        </p:nvSpPr>
        <p:spPr>
          <a:xfrm>
            <a:off x="6343650" y="4410075"/>
            <a:ext cx="2600325" cy="1304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Skimmers collect oil;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dispersants redistribute it</a:t>
            </a:r>
          </a:p>
        </p:txBody>
      </p:sp>
      <p:sp>
        <p:nvSpPr>
          <p:cNvPr id="16" name="MONITOR">
            <a:extLst>
              <a:ext uri="{FF2B5EF4-FFF2-40B4-BE49-F238E27FC236}">
                <a16:creationId xmlns:a16="http://schemas.microsoft.com/office/drawing/2014/main" id="{2D0CFA23-F9BB-470C-B42B-889E86D55DF1}"/>
              </a:ext>
            </a:extLst>
          </p:cNvPr>
          <p:cNvSpPr>
            <a:spLocks noGrp="1"/>
          </p:cNvSpPr>
          <p:nvPr/>
        </p:nvSpPr>
        <p:spPr>
          <a:xfrm>
            <a:off x="9163050" y="226695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1D6AA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A6484A8-3C4D-4182-8C79-36407DC0936A}"/>
              </a:ext>
            </a:extLst>
          </p:cNvPr>
          <p:cNvSpPr>
            <a:spLocks noGrp="1"/>
          </p:cNvSpPr>
          <p:nvPr/>
        </p:nvSpPr>
        <p:spPr>
          <a:xfrm>
            <a:off x="9163050" y="2867025"/>
            <a:ext cx="2524125" cy="0"/>
          </a:xfrm>
          <a:prstGeom prst="line">
            <a:avLst/>
          </a:prstGeom>
          <a:noFill/>
          <a:ln w="28575">
            <a:solidFill>
              <a:srgbClr val="81D6A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st ecological recovery">
            <a:extLst>
              <a:ext uri="{FF2B5EF4-FFF2-40B4-BE49-F238E27FC236}">
                <a16:creationId xmlns:a16="http://schemas.microsoft.com/office/drawing/2014/main" id="{A9252CAB-5092-4F45-9439-52EFD4B07A1C}"/>
              </a:ext>
            </a:extLst>
          </p:cNvPr>
          <p:cNvSpPr>
            <a:spLocks noGrp="1"/>
          </p:cNvSpPr>
          <p:nvPr/>
        </p:nvSpPr>
        <p:spPr>
          <a:xfrm>
            <a:off x="9163050" y="3143250"/>
            <a:ext cx="260985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ecological recovery</a:t>
            </a:r>
          </a:p>
        </p:txBody>
      </p:sp>
      <p:sp>
        <p:nvSpPr>
          <p:cNvPr id="19" name="Water, sediments, wildlife,&#10;and ecosystem functions">
            <a:extLst>
              <a:ext uri="{FF2B5EF4-FFF2-40B4-BE49-F238E27FC236}">
                <a16:creationId xmlns:a16="http://schemas.microsoft.com/office/drawing/2014/main" id="{57F6FD1F-8600-410C-AA8A-42B1B09B0B1D}"/>
              </a:ext>
            </a:extLst>
          </p:cNvPr>
          <p:cNvSpPr>
            <a:spLocks noGrp="1"/>
          </p:cNvSpPr>
          <p:nvPr/>
        </p:nvSpPr>
        <p:spPr>
          <a:xfrm>
            <a:off x="9163050" y="4410075"/>
            <a:ext cx="2600325" cy="1304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Water, sediments, wildlife,</a:t>
            </a:r>
          </a:p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ecosystem functions</a:t>
            </a:r>
          </a:p>
        </p:txBody>
      </p:sp>
      <p:sp>
        <p:nvSpPr>
          <p:cNvPr id="20" name="Chapter synthesis, §9.7: spill response combines preven">
            <a:extLst>
              <a:ext uri="{FF2B5EF4-FFF2-40B4-BE49-F238E27FC236}">
                <a16:creationId xmlns:a16="http://schemas.microsoft.com/office/drawing/2014/main" id="{94C808E1-3A1B-45D7-9E7C-A2F31E5ED3CF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Chapter synthesis, §9.7: spill response combines prevention, physical containment, removal, and long-term follow-up. Dispersal does not remove oil from the ecosystem.</a:t>
            </a:r>
          </a:p>
        </p:txBody>
      </p:sp>
    </p:spTree>
    <p:extLst>
      <p:ext uri="{BB962C8B-B14F-4D97-AF65-F5344CB8AC3E}">
        <p14:creationId xmlns:p14="http://schemas.microsoft.com/office/powerpoint/2010/main" val="1220560013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PTER 9  /  SOLUTIONS">
            <a:extLst>
              <a:ext uri="{FF2B5EF4-FFF2-40B4-BE49-F238E27FC236}">
                <a16:creationId xmlns:a16="http://schemas.microsoft.com/office/drawing/2014/main" id="{EA14DF20-2DE3-416A-8A80-ED7DEEECDD0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4D37A902-C541-4CFB-9D7D-FC991332C38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52 / 64</a:t>
            </a:r>
          </a:p>
        </p:txBody>
      </p:sp>
      <p:sp>
        <p:nvSpPr>
          <p:cNvPr id="3" name="Response-room challenge: which action fits?">
            <a:extLst>
              <a:ext uri="{FF2B5EF4-FFF2-40B4-BE49-F238E27FC236}">
                <a16:creationId xmlns:a16="http://schemas.microsoft.com/office/drawing/2014/main" id="{EB616CC8-F223-45A9-94BD-FD04A6606C6B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Response-room challenge: which action fits?</a:t>
            </a:r>
          </a:p>
        </p:txBody>
      </p:sp>
      <p:sp>
        <p:nvSpPr>
          <p:cNvPr id="4" name="A slick approaches a sensitive shoreline.">
            <a:extLst>
              <a:ext uri="{FF2B5EF4-FFF2-40B4-BE49-F238E27FC236}">
                <a16:creationId xmlns:a16="http://schemas.microsoft.com/office/drawing/2014/main" id="{F58E8142-F0C8-485C-BB65-B73DD7725CDE}"/>
              </a:ext>
            </a:extLst>
          </p:cNvPr>
          <p:cNvSpPr>
            <a:spLocks noGrp="1"/>
          </p:cNvSpPr>
          <p:nvPr/>
        </p:nvSpPr>
        <p:spPr>
          <a:xfrm>
            <a:off x="733425" y="218122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slick approaches a sensitive shoreline.</a:t>
            </a:r>
          </a:p>
        </p:txBody>
      </p:sp>
      <p:sp>
        <p:nvSpPr>
          <p:cNvPr id="5" name="reveal-spill-0">
            <a:extLst>
              <a:ext uri="{FF2B5EF4-FFF2-40B4-BE49-F238E27FC236}">
                <a16:creationId xmlns:a16="http://schemas.microsoft.com/office/drawing/2014/main" id="{1F1100CC-C394-4DA3-8B23-EAC0B5F07C3D}"/>
              </a:ext>
            </a:extLst>
          </p:cNvPr>
          <p:cNvSpPr>
            <a:spLocks noGrp="1"/>
          </p:cNvSpPr>
          <p:nvPr/>
        </p:nvSpPr>
        <p:spPr>
          <a:xfrm>
            <a:off x="733425" y="26670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1D6AA"/>
                </a:solidFill>
                <a:latin typeface="Arial"/>
                <a:ea typeface="Arial"/>
                <a:cs typeface="Arial"/>
              </a:rPr>
              <a:t>Booms help protect the shoreline.</a:t>
            </a:r>
          </a:p>
        </p:txBody>
      </p:sp>
      <p:sp>
        <p:nvSpPr>
          <p:cNvPr id="6" name="Responders need to remove surface oil.">
            <a:extLst>
              <a:ext uri="{FF2B5EF4-FFF2-40B4-BE49-F238E27FC236}">
                <a16:creationId xmlns:a16="http://schemas.microsoft.com/office/drawing/2014/main" id="{18BE518A-F81C-47C3-BFA2-085864746DC1}"/>
              </a:ext>
            </a:extLst>
          </p:cNvPr>
          <p:cNvSpPr>
            <a:spLocks noGrp="1"/>
          </p:cNvSpPr>
          <p:nvPr/>
        </p:nvSpPr>
        <p:spPr>
          <a:xfrm>
            <a:off x="733425" y="336232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Responders need to remove surface oil.</a:t>
            </a:r>
          </a:p>
        </p:txBody>
      </p:sp>
      <p:sp>
        <p:nvSpPr>
          <p:cNvPr id="7" name="reveal-spill-1">
            <a:extLst>
              <a:ext uri="{FF2B5EF4-FFF2-40B4-BE49-F238E27FC236}">
                <a16:creationId xmlns:a16="http://schemas.microsoft.com/office/drawing/2014/main" id="{A59B9B34-792F-4CD9-8F81-8356233C7C47}"/>
              </a:ext>
            </a:extLst>
          </p:cNvPr>
          <p:cNvSpPr>
            <a:spLocks noGrp="1"/>
          </p:cNvSpPr>
          <p:nvPr/>
        </p:nvSpPr>
        <p:spPr>
          <a:xfrm>
            <a:off x="733425" y="38481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1D6AA"/>
                </a:solidFill>
                <a:latin typeface="Arial"/>
                <a:ea typeface="Arial"/>
                <a:cs typeface="Arial"/>
              </a:rPr>
              <a:t>Skimmers recover accessible oil.</a:t>
            </a:r>
          </a:p>
        </p:txBody>
      </p:sp>
      <p:sp>
        <p:nvSpPr>
          <p:cNvPr id="8" name="The surface looks clean. Has the ecosystem recovered?">
            <a:extLst>
              <a:ext uri="{FF2B5EF4-FFF2-40B4-BE49-F238E27FC236}">
                <a16:creationId xmlns:a16="http://schemas.microsoft.com/office/drawing/2014/main" id="{089FE400-3BAE-4823-B6AA-CC2C3F38C74E}"/>
              </a:ext>
            </a:extLst>
          </p:cNvPr>
          <p:cNvSpPr>
            <a:spLocks noGrp="1"/>
          </p:cNvSpPr>
          <p:nvPr/>
        </p:nvSpPr>
        <p:spPr>
          <a:xfrm>
            <a:off x="733425" y="4543425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surface looks clean. Has the ecosystem recovered?</a:t>
            </a:r>
          </a:p>
        </p:txBody>
      </p:sp>
      <p:sp>
        <p:nvSpPr>
          <p:cNvPr id="9" name="reveal-spill-2">
            <a:extLst>
              <a:ext uri="{FF2B5EF4-FFF2-40B4-BE49-F238E27FC236}">
                <a16:creationId xmlns:a16="http://schemas.microsoft.com/office/drawing/2014/main" id="{29C6A0D7-F5D6-4241-94F8-0D82057F3C82}"/>
              </a:ext>
            </a:extLst>
          </p:cNvPr>
          <p:cNvSpPr>
            <a:spLocks noGrp="1"/>
          </p:cNvSpPr>
          <p:nvPr/>
        </p:nvSpPr>
        <p:spPr>
          <a:xfrm>
            <a:off x="733425" y="50292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1D6AA"/>
                </a:solidFill>
                <a:latin typeface="Arial"/>
                <a:ea typeface="Arial"/>
                <a:cs typeface="Arial"/>
              </a:rPr>
              <a:t>Test water, sediment, organisms, and ecosystem function.</a:t>
            </a:r>
          </a:p>
        </p:txBody>
      </p:sp>
      <p:sp>
        <p:nvSpPr>
          <p:cNvPr id="10" name="Discuss each scenario, then reveal the response. Condit">
            <a:extLst>
              <a:ext uri="{FF2B5EF4-FFF2-40B4-BE49-F238E27FC236}">
                <a16:creationId xmlns:a16="http://schemas.microsoft.com/office/drawing/2014/main" id="{E4D3D485-F87C-4D7F-A129-84D1099F4EDB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Discuss each scenario, then reveal the response. Conditions such as waves, currents, weather, and oil type affect which methods work.</a:t>
            </a:r>
          </a:p>
        </p:txBody>
      </p:sp>
    </p:spTree>
    <p:extLst>
      <p:ext uri="{BB962C8B-B14F-4D97-AF65-F5344CB8AC3E}">
        <p14:creationId xmlns:p14="http://schemas.microsoft.com/office/powerpoint/2010/main" val="8779476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 9  /  SOLUTIONS">
            <a:extLst>
              <a:ext uri="{FF2B5EF4-FFF2-40B4-BE49-F238E27FC236}">
                <a16:creationId xmlns:a16="http://schemas.microsoft.com/office/drawing/2014/main" id="{89FE2C65-76DE-45AE-91D3-657D6E335E1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B2154F2C-04AF-40A1-890E-857D6EFF667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53 / 64</a:t>
            </a:r>
          </a:p>
        </p:txBody>
      </p:sp>
      <p:sp>
        <p:nvSpPr>
          <p:cNvPr id="3" name="Reducing the water risks of oil and gas extraction">
            <a:extLst>
              <a:ext uri="{FF2B5EF4-FFF2-40B4-BE49-F238E27FC236}">
                <a16:creationId xmlns:a16="http://schemas.microsoft.com/office/drawing/2014/main" id="{F47FC0B9-0C62-45BA-A848-AA15F2A79D4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Reducing the water risks of oil and gas extraction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A1A3F1-5BAD-41DF-8ACA-67BE9B5C5592}"/>
              </a:ext>
            </a:extLst>
          </p:cNvPr>
          <p:cNvGraphicFramePr/>
          <p:nvPr/>
        </p:nvGraphicFramePr>
        <p:xfrm>
          <a:off x="685800" y="2133600"/>
          <a:ext cx="10820400" cy="379412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Risk point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Matching safeguard</a:t>
                      </a:r>
                    </a:p>
                  </a:txBody>
                  <a:tcPr marL="114300" marR="114300" marT="95250" marB="95250" anchor="ctr"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Water withdrawal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Assess local supply and competing water needs.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Chemical mixing / storage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Disclose hazardous ingredients and contain surface spills.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Well injection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Verify casing, cement, and separation from aquifers.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Flowback and produced water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Use secure storage, suitable treatment, and accountable disposal.</a:t>
                      </a:r>
                    </a:p>
                  </a:txBody>
                  <a:tcPr marL="114300" marR="114300" marT="95250" marB="95250" anchor="ctr"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Deep wastewater injection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Assess local geology, monitor seismicity, and adjust operations.</a:t>
                      </a:r>
                    </a:p>
                  </a:txBody>
                  <a:tcPr marL="114300" marR="114300" marT="95250" marB="95250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afeguards follow the risk points in Fig. 9.26 and §9.7">
            <a:extLst>
              <a:ext uri="{FF2B5EF4-FFF2-40B4-BE49-F238E27FC236}">
                <a16:creationId xmlns:a16="http://schemas.microsoft.com/office/drawing/2014/main" id="{11B37297-9B37-4A92-B49A-E4D78913CE91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Safeguards follow the risk points in Fig. 9.26 and §9.7. They reduce risk; they do not establish zero risk at every site.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9  /  SOLUTIONS">
            <a:extLst>
              <a:ext uri="{FF2B5EF4-FFF2-40B4-BE49-F238E27FC236}">
                <a16:creationId xmlns:a16="http://schemas.microsoft.com/office/drawing/2014/main" id="{95A89CEA-7037-4A6C-B09B-2CEE5F65D98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0B6187F1-683D-4908-8C60-DE27EDFF322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54 / 64</a:t>
            </a:r>
          </a:p>
        </p:txBody>
      </p:sp>
      <p:sp>
        <p:nvSpPr>
          <p:cNvPr id="3" name="Prairie restoration rebuilds soil and vegetation">
            <a:extLst>
              <a:ext uri="{FF2B5EF4-FFF2-40B4-BE49-F238E27FC236}">
                <a16:creationId xmlns:a16="http://schemas.microsoft.com/office/drawing/2014/main" id="{F919FED0-DD6B-4FA9-B6E7-8F690D6D1E6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Prairie restoration rebuilds soil and vegetation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2EC3A-7DF0-447D-9849-B20587F4A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0" t="11700" r="61900" b="67300"/>
          <a:stretch/>
        </p:blipFill>
        <p:spPr>
          <a:xfrm>
            <a:off x="742950" y="2333625"/>
            <a:ext cx="4914900" cy="300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10AC5C-72FA-4876-94EF-A13E3BB0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00" t="11700" r="24400" b="67300"/>
          <a:stretch/>
        </p:blipFill>
        <p:spPr>
          <a:xfrm>
            <a:off x="6581775" y="2333625"/>
            <a:ext cx="4914900" cy="3009900"/>
          </a:xfrm>
          <a:prstGeom prst="rect">
            <a:avLst/>
          </a:prstGeom>
        </p:spPr>
      </p:pic>
      <p:sp>
        <p:nvSpPr>
          <p:cNvPr id="6" name="Mined landscape">
            <a:extLst>
              <a:ext uri="{FF2B5EF4-FFF2-40B4-BE49-F238E27FC236}">
                <a16:creationId xmlns:a16="http://schemas.microsoft.com/office/drawing/2014/main" id="{F3DD4B93-F9E7-408F-A45F-5DFE010FF467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4857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Mined landscape</a:t>
            </a:r>
          </a:p>
        </p:txBody>
      </p:sp>
      <p:sp>
        <p:nvSpPr>
          <p:cNvPr id="7" name="Restored grassland">
            <a:extLst>
              <a:ext uri="{FF2B5EF4-FFF2-40B4-BE49-F238E27FC236}">
                <a16:creationId xmlns:a16="http://schemas.microsoft.com/office/drawing/2014/main" id="{AD0ACC6F-6579-49B9-8068-F543FF53F8EB}"/>
              </a:ext>
            </a:extLst>
          </p:cNvPr>
          <p:cNvSpPr>
            <a:spLocks noGrp="1"/>
          </p:cNvSpPr>
          <p:nvPr/>
        </p:nvSpPr>
        <p:spPr>
          <a:xfrm>
            <a:off x="6581775" y="1924050"/>
            <a:ext cx="4857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1D6AA"/>
                </a:solidFill>
                <a:latin typeface="Arial"/>
                <a:ea typeface="Arial"/>
                <a:cs typeface="Arial"/>
              </a:rPr>
              <a:t>Restored grassland</a:t>
            </a:r>
          </a:p>
        </p:txBody>
      </p:sp>
      <p:sp>
        <p:nvSpPr>
          <p:cNvPr id="8" name="Save topsoil → reshape the land → replace soil → replan">
            <a:extLst>
              <a:ext uri="{FF2B5EF4-FFF2-40B4-BE49-F238E27FC236}">
                <a16:creationId xmlns:a16="http://schemas.microsoft.com/office/drawing/2014/main" id="{07EA4F25-3F6B-485A-AF3B-6EA1314D0F15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06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Save topsoil → reshape the land → replace soil → replant native vegetation</a:t>
            </a:r>
          </a:p>
        </p:txBody>
      </p:sp>
      <p:sp>
        <p:nvSpPr>
          <p:cNvPr id="9" name="Fig. 9.31: restoring Wyoming mine land can create produ">
            <a:extLst>
              <a:ext uri="{FF2B5EF4-FFF2-40B4-BE49-F238E27FC236}">
                <a16:creationId xmlns:a16="http://schemas.microsoft.com/office/drawing/2014/main" id="{1E500CA6-22BE-481F-891B-F52C6A050000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9.31: restoring Wyoming mine land can create productive grazing and wildlife habitat. Book photos: Bruce Gordon / EcoFlight and Lee Bachstam.</a:t>
            </a:r>
          </a:p>
        </p:txBody>
      </p:sp>
    </p:spTree>
    <p:extLst>
      <p:ext uri="{BB962C8B-B14F-4D97-AF65-F5344CB8AC3E}">
        <p14:creationId xmlns:p14="http://schemas.microsoft.com/office/powerpoint/2010/main" val="1053918009"/>
      </p:ext>
    </p:extLst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PTER 9  /  SOLUTIONS">
            <a:extLst>
              <a:ext uri="{FF2B5EF4-FFF2-40B4-BE49-F238E27FC236}">
                <a16:creationId xmlns:a16="http://schemas.microsoft.com/office/drawing/2014/main" id="{6E119FA6-F671-4795-8D74-B8BF71ACDD6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1A693B16-8A0E-4379-8314-AA7E72B78D4D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55 / 64</a:t>
            </a:r>
          </a:p>
        </p:txBody>
      </p:sp>
      <p:sp>
        <p:nvSpPr>
          <p:cNvPr id="3" name="Oil-sands restoration changes the ecosystem mix">
            <a:extLst>
              <a:ext uri="{FF2B5EF4-FFF2-40B4-BE49-F238E27FC236}">
                <a16:creationId xmlns:a16="http://schemas.microsoft.com/office/drawing/2014/main" id="{E34FB478-6E3F-4028-B6ED-B356A60E92FF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Oil-sands restoration changes the ecosystem mix</a:t>
            </a:r>
          </a:p>
        </p:txBody>
      </p:sp>
      <p:sp>
        <p:nvSpPr>
          <p:cNvPr id="4" name="Change in area after restoration (%) · values stated in">
            <a:extLst>
              <a:ext uri="{FF2B5EF4-FFF2-40B4-BE49-F238E27FC236}">
                <a16:creationId xmlns:a16="http://schemas.microsoft.com/office/drawing/2014/main" id="{327443D8-3AAC-454D-9275-09CBDA0C07DE}"/>
              </a:ext>
            </a:extLst>
          </p:cNvPr>
          <p:cNvSpPr>
            <a:spLocks noGrp="1"/>
          </p:cNvSpPr>
          <p:nvPr/>
        </p:nvSpPr>
        <p:spPr>
          <a:xfrm>
            <a:off x="714375" y="1971675"/>
            <a:ext cx="10715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Change in area after restoration (%) · values stated in the text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AE1E0587-3147-4CEE-A9F9-731D1B8F21D4}"/>
              </a:ext>
            </a:extLst>
          </p:cNvPr>
          <p:cNvGraphicFramePr/>
          <p:nvPr/>
        </p:nvGraphicFramePr>
        <p:xfrm>
          <a:off x="714375" y="2428875"/>
          <a:ext cx="10715625" cy="28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More tree cover can coexist with a large loss of peat w">
            <a:extLst>
              <a:ext uri="{FF2B5EF4-FFF2-40B4-BE49-F238E27FC236}">
                <a16:creationId xmlns:a16="http://schemas.microsoft.com/office/drawing/2014/main" id="{E596539B-C15B-40AD-80C8-EE4A0DAED55D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061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More tree cover can coexist with a large loss of peat wetlands.</a:t>
            </a:r>
          </a:p>
        </p:txBody>
      </p:sp>
      <p:sp>
        <p:nvSpPr>
          <p:cNvPr id="7" name="Adapted from Fig. 9.32 and the text: projected restorat">
            <a:extLst>
              <a:ext uri="{FF2B5EF4-FFF2-40B4-BE49-F238E27FC236}">
                <a16:creationId xmlns:a16="http://schemas.microsoft.com/office/drawing/2014/main" id="{FC6433DB-1114-4D9D-97A9-9BD53013BAA8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9.32 and the text: projected restoration increases forest/lake area but reduces peatlands. “All wetlands” includes peat wetlands; categories overlap.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PTER 9  /  SOLUTIONS">
            <a:extLst>
              <a:ext uri="{FF2B5EF4-FFF2-40B4-BE49-F238E27FC236}">
                <a16:creationId xmlns:a16="http://schemas.microsoft.com/office/drawing/2014/main" id="{F3D18E1D-27B4-40FD-A494-6DE3836582A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FE7377F3-3470-4FDD-8251-A6F1A9871FC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56 / 64</a:t>
            </a:r>
          </a:p>
        </p:txBody>
      </p:sp>
      <p:sp>
        <p:nvSpPr>
          <p:cNvPr id="3" name="Reclamation cannot replace a removed mountain">
            <a:extLst>
              <a:ext uri="{FF2B5EF4-FFF2-40B4-BE49-F238E27FC236}">
                <a16:creationId xmlns:a16="http://schemas.microsoft.com/office/drawing/2014/main" id="{678645E0-2586-4CE8-9EE1-940A04E253EE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Reclamation cannot replace a removed mountain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27D39-5210-433A-8D22-0D624A7465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00" t="10800" r="27700" b="54600"/>
          <a:stretch/>
        </p:blipFill>
        <p:spPr>
          <a:xfrm>
            <a:off x="742950" y="2105025"/>
            <a:ext cx="6391275" cy="3819525"/>
          </a:xfrm>
          <a:prstGeom prst="rect">
            <a:avLst/>
          </a:prstGeom>
        </p:spPr>
      </p:pic>
      <p:sp>
        <p:nvSpPr>
          <p:cNvPr id="5" name="A flatter, greener surface">
            <a:extLst>
              <a:ext uri="{FF2B5EF4-FFF2-40B4-BE49-F238E27FC236}">
                <a16:creationId xmlns:a16="http://schemas.microsoft.com/office/drawing/2014/main" id="{7AA3D9B3-35DC-40AC-A918-23801F66B433}"/>
              </a:ext>
            </a:extLst>
          </p:cNvPr>
          <p:cNvSpPr>
            <a:spLocks noGrp="1"/>
          </p:cNvSpPr>
          <p:nvPr/>
        </p:nvSpPr>
        <p:spPr>
          <a:xfrm>
            <a:off x="7562850" y="2181225"/>
            <a:ext cx="39052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1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1D6AA"/>
                </a:solidFill>
                <a:latin typeface="Arial"/>
                <a:ea typeface="Arial"/>
                <a:cs typeface="Arial"/>
              </a:rPr>
              <a:t>A flatter, greener surface</a:t>
            </a:r>
          </a:p>
        </p:txBody>
      </p:sp>
      <p:sp>
        <p:nvSpPr>
          <p:cNvPr id="6" name="can support grazing or&#10;economic uses.">
            <a:extLst>
              <a:ext uri="{FF2B5EF4-FFF2-40B4-BE49-F238E27FC236}">
                <a16:creationId xmlns:a16="http://schemas.microsoft.com/office/drawing/2014/main" id="{4C0EEF39-EDE9-4A08-8C15-0B98C632E0EE}"/>
              </a:ext>
            </a:extLst>
          </p:cNvPr>
          <p:cNvSpPr>
            <a:spLocks noGrp="1"/>
          </p:cNvSpPr>
          <p:nvPr/>
        </p:nvSpPr>
        <p:spPr>
          <a:xfrm>
            <a:off x="7562850" y="3143250"/>
            <a:ext cx="39052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can support grazing or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economic uses.</a:t>
            </a:r>
          </a:p>
        </p:txBody>
      </p:sp>
      <p:sp>
        <p:nvSpPr>
          <p:cNvPr id="7" name="Original relief, headwater&#10;streams, soils, and forest&#10;d">
            <a:extLst>
              <a:ext uri="{FF2B5EF4-FFF2-40B4-BE49-F238E27FC236}">
                <a16:creationId xmlns:a16="http://schemas.microsoft.com/office/drawing/2014/main" id="{E866B172-7F82-4C1A-A74D-18F741009B51}"/>
              </a:ext>
            </a:extLst>
          </p:cNvPr>
          <p:cNvSpPr>
            <a:spLocks noGrp="1"/>
          </p:cNvSpPr>
          <p:nvPr/>
        </p:nvSpPr>
        <p:spPr>
          <a:xfrm>
            <a:off x="7562850" y="4276725"/>
            <a:ext cx="3914775" cy="1304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Original relief, headwater</a:t>
            </a:r>
          </a:p>
          <a:p>
            <a:pPr algn="l">
              <a:defRPr sz="21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streams, soils, and forest</a:t>
            </a:r>
          </a:p>
          <a:p>
            <a:pPr algn="l">
              <a:defRPr sz="21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diversity may remain lost.</a:t>
            </a:r>
          </a:p>
        </p:txBody>
      </p:sp>
      <p:sp>
        <p:nvSpPr>
          <p:cNvPr id="8" name="Fig. 9.33: reclaimed mountaintop mines commonly become ">
            <a:extLst>
              <a:ext uri="{FF2B5EF4-FFF2-40B4-BE49-F238E27FC236}">
                <a16:creationId xmlns:a16="http://schemas.microsoft.com/office/drawing/2014/main" id="{456E27B3-5436-42A9-A6B0-A6DF40C8BA10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9.33: reclaimed mountaintop mines commonly become level or gently sloping land with grasses and herbs. Photo: Kent Kessinger, flight courtesy of SouthWings.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 9  /  SOLUTIONS">
            <a:extLst>
              <a:ext uri="{FF2B5EF4-FFF2-40B4-BE49-F238E27FC236}">
                <a16:creationId xmlns:a16="http://schemas.microsoft.com/office/drawing/2014/main" id="{640E1811-E032-4B8E-81D9-7C80D6989D4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9521D8DA-6838-4367-96BA-2CC76A56230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57 / 64</a:t>
            </a:r>
          </a:p>
        </p:txBody>
      </p:sp>
      <p:sp>
        <p:nvSpPr>
          <p:cNvPr id="3" name="Existing nuclear plants need resilient safety systems">
            <a:extLst>
              <a:ext uri="{FF2B5EF4-FFF2-40B4-BE49-F238E27FC236}">
                <a16:creationId xmlns:a16="http://schemas.microsoft.com/office/drawing/2014/main" id="{6106DCD7-D78D-43DF-A435-1BC424AF9C17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nuclear plants need resilient safety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C52F9-B58C-48D0-AD84-794AB9B2CF6D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10668000" cy="3590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Plan for simultaneous failures and multiple hazards.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Protect backup power and long-duration cooling.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Monitor spent-fuel pools and maintain backup water supplies.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Improve reliable venting where the reactor design requires it.</a:t>
            </a:r>
          </a:p>
          <a:p>
            <a:pPr marL="254000" indent="-1397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Reassess earthquake, flood, and communication vulnerabilities.</a:t>
            </a:r>
          </a:p>
        </p:txBody>
      </p:sp>
      <p:sp>
        <p:nvSpPr>
          <p:cNvPr id="5" name="From §9.9: post-Fukushima recommendations address the s">
            <a:extLst>
              <a:ext uri="{FF2B5EF4-FFF2-40B4-BE49-F238E27FC236}">
                <a16:creationId xmlns:a16="http://schemas.microsoft.com/office/drawing/2014/main" id="{F4B39DDF-EF94-4C4B-9A6F-E5A1397FA1ED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From §9.9: post-Fukushima recommendations address the safety functions that must survive severe external events and extended power loss.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 9  /  SOLUTIONS">
            <a:extLst>
              <a:ext uri="{FF2B5EF4-FFF2-40B4-BE49-F238E27FC236}">
                <a16:creationId xmlns:a16="http://schemas.microsoft.com/office/drawing/2014/main" id="{4BE38A18-2E8D-467B-BC9B-1053850E0A4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05661122-A91C-49A6-922D-2BCC1AEE7AC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58 / 64</a:t>
            </a:r>
          </a:p>
        </p:txBody>
      </p:sp>
      <p:sp>
        <p:nvSpPr>
          <p:cNvPr id="3" name="Passive safety: gravity and natural circulation">
            <a:extLst>
              <a:ext uri="{FF2B5EF4-FFF2-40B4-BE49-F238E27FC236}">
                <a16:creationId xmlns:a16="http://schemas.microsoft.com/office/drawing/2014/main" id="{378332FC-1749-4D2A-BB31-DFF7C3541EAB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Passive safety: gravity and natural circulation</a:t>
            </a:r>
          </a:p>
        </p:txBody>
      </p:sp>
      <p:sp>
        <p:nvSpPr>
          <p:cNvPr id="4" name="Use natural forces to maintain cooling">
            <a:extLst>
              <a:ext uri="{FF2B5EF4-FFF2-40B4-BE49-F238E27FC236}">
                <a16:creationId xmlns:a16="http://schemas.microsoft.com/office/drawing/2014/main" id="{DD3034BA-0003-47C4-B072-5AA0D04A0137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0">
                <a:solidFill>
                  <a:srgbClr val="81D6A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81D6A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81D6AA"/>
                </a:solidFill>
                <a:latin typeface="Arial"/>
                <a:ea typeface="Arial"/>
                <a:cs typeface="Arial"/>
              </a:rPr>
              <a:t>Use natural forces to maintain cooling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FD8B4A-1891-4AFE-A3AC-AE995F3C8ACC}"/>
              </a:ext>
            </a:extLst>
          </p:cNvPr>
          <p:cNvSpPr>
            <a:spLocks noGrp="1"/>
          </p:cNvSpPr>
          <p:nvPr/>
        </p:nvSpPr>
        <p:spPr>
          <a:xfrm>
            <a:off x="1009650" y="2695575"/>
            <a:ext cx="3476625" cy="723900"/>
          </a:xfrm>
          <a:prstGeom prst="rect">
            <a:avLst/>
          </a:prstGeom>
          <a:solidFill>
            <a:srgbClr val="102638"/>
          </a:solidFill>
          <a:ln w="19050">
            <a:solidFill>
              <a:srgbClr val="65D6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Elevated water supply">
            <a:extLst>
              <a:ext uri="{FF2B5EF4-FFF2-40B4-BE49-F238E27FC236}">
                <a16:creationId xmlns:a16="http://schemas.microsoft.com/office/drawing/2014/main" id="{A7693BAD-3F99-4B46-A4FB-90728EF78740}"/>
              </a:ext>
            </a:extLst>
          </p:cNvPr>
          <p:cNvSpPr>
            <a:spLocks noGrp="1"/>
          </p:cNvSpPr>
          <p:nvPr/>
        </p:nvSpPr>
        <p:spPr>
          <a:xfrm>
            <a:off x="1104900" y="2790825"/>
            <a:ext cx="3286125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0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Elevated water supply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59F01F18-837D-4378-B2CE-5EAFF77372A3}"/>
              </a:ext>
            </a:extLst>
          </p:cNvPr>
          <p:cNvSpPr>
            <a:spLocks noGrp="1"/>
          </p:cNvSpPr>
          <p:nvPr/>
        </p:nvSpPr>
        <p:spPr>
          <a:xfrm>
            <a:off x="2438400" y="3552825"/>
            <a:ext cx="457200" cy="857250"/>
          </a:xfrm>
          <a:prstGeom prst="downArrow">
            <a:avLst/>
          </a:prstGeom>
          <a:solidFill>
            <a:srgbClr val="65D6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3CC951-DCDF-4C2B-8C24-725A10B15970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4076700" cy="762000"/>
          </a:xfrm>
          <a:prstGeom prst="rect">
            <a:avLst/>
          </a:prstGeom>
          <a:solidFill>
            <a:srgbClr val="102638"/>
          </a:solidFill>
          <a:ln w="19050">
            <a:solidFill>
              <a:srgbClr val="B7A0F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actor / containment cooling">
            <a:extLst>
              <a:ext uri="{FF2B5EF4-FFF2-40B4-BE49-F238E27FC236}">
                <a16:creationId xmlns:a16="http://schemas.microsoft.com/office/drawing/2014/main" id="{F59D29F1-A223-4D86-9300-BD1F35E82151}"/>
              </a:ext>
            </a:extLst>
          </p:cNvPr>
          <p:cNvSpPr>
            <a:spLocks noGrp="1"/>
          </p:cNvSpPr>
          <p:nvPr/>
        </p:nvSpPr>
        <p:spPr>
          <a:xfrm>
            <a:off x="809625" y="4619625"/>
            <a:ext cx="38862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875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Reactor / containment cooling</a:t>
            </a:r>
          </a:p>
        </p:txBody>
      </p:sp>
      <p:sp>
        <p:nvSpPr>
          <p:cNvPr id="10" name="Gravity">
            <a:extLst>
              <a:ext uri="{FF2B5EF4-FFF2-40B4-BE49-F238E27FC236}">
                <a16:creationId xmlns:a16="http://schemas.microsoft.com/office/drawing/2014/main" id="{3717FAE2-4787-4F26-BA56-4BDDE23EA77D}"/>
              </a:ext>
            </a:extLst>
          </p:cNvPr>
          <p:cNvSpPr>
            <a:spLocks noGrp="1"/>
          </p:cNvSpPr>
          <p:nvPr/>
        </p:nvSpPr>
        <p:spPr>
          <a:xfrm>
            <a:off x="3028950" y="37147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9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Gravity</a:t>
            </a:r>
          </a:p>
        </p:txBody>
      </p:sp>
      <p:sp>
        <p:nvSpPr>
          <p:cNvPr id="11" name="Stored water moves downward">
            <a:extLst>
              <a:ext uri="{FF2B5EF4-FFF2-40B4-BE49-F238E27FC236}">
                <a16:creationId xmlns:a16="http://schemas.microsoft.com/office/drawing/2014/main" id="{FF24AB5A-8D75-4B77-9ECF-0B2584CA59FF}"/>
              </a:ext>
            </a:extLst>
          </p:cNvPr>
          <p:cNvSpPr>
            <a:spLocks noGrp="1"/>
          </p:cNvSpPr>
          <p:nvPr/>
        </p:nvSpPr>
        <p:spPr>
          <a:xfrm>
            <a:off x="1009650" y="5381625"/>
            <a:ext cx="395287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Stored water moves downward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DF1FE7D-6D1C-4B07-AC1C-6BCCAB9C1ED6}"/>
              </a:ext>
            </a:extLst>
          </p:cNvPr>
          <p:cNvSpPr>
            <a:spLocks noGrp="1"/>
          </p:cNvSpPr>
          <p:nvPr/>
        </p:nvSpPr>
        <p:spPr>
          <a:xfrm>
            <a:off x="5334000" y="2476500"/>
            <a:ext cx="0" cy="3190875"/>
          </a:xfrm>
          <a:prstGeom prst="line">
            <a:avLst/>
          </a:prstGeom>
          <a:noFill/>
          <a:ln w="19050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Natural circulation">
            <a:extLst>
              <a:ext uri="{FF2B5EF4-FFF2-40B4-BE49-F238E27FC236}">
                <a16:creationId xmlns:a16="http://schemas.microsoft.com/office/drawing/2014/main" id="{60B1DA83-AEBF-4E0D-8FE4-162B51064F10}"/>
              </a:ext>
            </a:extLst>
          </p:cNvPr>
          <p:cNvSpPr>
            <a:spLocks noGrp="1"/>
          </p:cNvSpPr>
          <p:nvPr/>
        </p:nvSpPr>
        <p:spPr>
          <a:xfrm>
            <a:off x="5915025" y="268605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Natural circulation</a:t>
            </a:r>
          </a:p>
        </p:txBody>
      </p:sp>
      <p:sp>
        <p:nvSpPr>
          <p:cNvPr id="14" name="Warm fluid rises; cooler fluid returns.&#10;Heat transfer c">
            <a:extLst>
              <a:ext uri="{FF2B5EF4-FFF2-40B4-BE49-F238E27FC236}">
                <a16:creationId xmlns:a16="http://schemas.microsoft.com/office/drawing/2014/main" id="{0F0B0FBD-10F7-4E9D-8EDC-57DD581E9259}"/>
              </a:ext>
            </a:extLst>
          </p:cNvPr>
          <p:cNvSpPr>
            <a:spLocks noGrp="1"/>
          </p:cNvSpPr>
          <p:nvPr/>
        </p:nvSpPr>
        <p:spPr>
          <a:xfrm>
            <a:off x="5915025" y="3371850"/>
            <a:ext cx="523875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Warm fluid rises; cooler fluid returns.</a:t>
            </a:r>
          </a:p>
          <a:p>
            <a: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Heat transfer can continue without</a:t>
            </a:r>
          </a:p>
          <a:p>
            <a:pPr algn="l">
              <a:defRPr sz="21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relying entirely on powered pumps.</a:t>
            </a:r>
          </a:p>
        </p:txBody>
      </p:sp>
      <p:sp>
        <p:nvSpPr>
          <p:cNvPr id="15" name="Passive does not mean unlimited.">
            <a:extLst>
              <a:ext uri="{FF2B5EF4-FFF2-40B4-BE49-F238E27FC236}">
                <a16:creationId xmlns:a16="http://schemas.microsoft.com/office/drawing/2014/main" id="{FBAACB95-FDA5-419A-A173-BF4AD62AD169}"/>
              </a:ext>
            </a:extLst>
          </p:cNvPr>
          <p:cNvSpPr>
            <a:spLocks noGrp="1"/>
          </p:cNvSpPr>
          <p:nvPr/>
        </p:nvSpPr>
        <p:spPr>
          <a:xfrm>
            <a:off x="5915025" y="502920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282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282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828B"/>
                </a:solidFill>
                <a:latin typeface="Arial"/>
                <a:ea typeface="Arial"/>
                <a:cs typeface="Arial"/>
              </a:rPr>
              <a:t>Passive does not mean unlimited.</a:t>
            </a:r>
          </a:p>
        </p:txBody>
      </p:sp>
      <p:sp>
        <p:nvSpPr>
          <p:cNvPr id="16" name="Design limits, supplies, maintenance, and&#10;long-term hea">
            <a:extLst>
              <a:ext uri="{FF2B5EF4-FFF2-40B4-BE49-F238E27FC236}">
                <a16:creationId xmlns:a16="http://schemas.microsoft.com/office/drawing/2014/main" id="{6A1F6F4C-97A3-411E-B87D-F536245C8838}"/>
              </a:ext>
            </a:extLst>
          </p:cNvPr>
          <p:cNvSpPr>
            <a:spLocks noGrp="1"/>
          </p:cNvSpPr>
          <p:nvPr/>
        </p:nvSpPr>
        <p:spPr>
          <a:xfrm>
            <a:off x="5915025" y="547687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Design limits, supplies, maintenance, and</a:t>
            </a:r>
          </a:p>
          <a:p>
            <a:pPr algn="l">
              <a:defRPr sz="17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long-term heat removal still matter.</a:t>
            </a:r>
          </a:p>
        </p:txBody>
      </p:sp>
      <p:sp>
        <p:nvSpPr>
          <p:cNvPr id="17" name="Adapted from Fig. 9.34: simpler design and passive safe">
            <a:extLst>
              <a:ext uri="{FF2B5EF4-FFF2-40B4-BE49-F238E27FC236}">
                <a16:creationId xmlns:a16="http://schemas.microsoft.com/office/drawing/2014/main" id="{EEA25399-5AAE-4B8E-9409-D8BF5F164F5A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9.34: simpler design and passive safety features reduce dependence on active equipment. This is a principle diagram, not AP1000 piping.</a:t>
            </a:r>
          </a:p>
        </p:txBody>
      </p:sp>
    </p:spTree>
    <p:extLst>
      <p:ext uri="{BB962C8B-B14F-4D97-AF65-F5344CB8AC3E}">
        <p14:creationId xmlns:p14="http://schemas.microsoft.com/office/powerpoint/2010/main" val="375631485"/>
      </p:ext>
    </p:extLst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 9  /  SOLUTIONS">
            <a:extLst>
              <a:ext uri="{FF2B5EF4-FFF2-40B4-BE49-F238E27FC236}">
                <a16:creationId xmlns:a16="http://schemas.microsoft.com/office/drawing/2014/main" id="{9B85D588-3615-4055-BDEB-C68413223BF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508A92BB-9226-447E-B113-5CD4816E5001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59 / 64</a:t>
            </a:r>
          </a:p>
        </p:txBody>
      </p:sp>
      <p:sp>
        <p:nvSpPr>
          <p:cNvPr id="3" name="Further nuclear options carry tradeoffs">
            <a:extLst>
              <a:ext uri="{FF2B5EF4-FFF2-40B4-BE49-F238E27FC236}">
                <a16:creationId xmlns:a16="http://schemas.microsoft.com/office/drawing/2014/main" id="{E89DBE6D-E12C-4DFA-A7FE-C486B8E2E7DD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Further nuclear options carry tradeoffs</a:t>
            </a:r>
          </a:p>
        </p:txBody>
      </p:sp>
      <p:sp>
        <p:nvSpPr>
          <p:cNvPr id="4" name="Reprocessing spent fuel">
            <a:extLst>
              <a:ext uri="{FF2B5EF4-FFF2-40B4-BE49-F238E27FC236}">
                <a16:creationId xmlns:a16="http://schemas.microsoft.com/office/drawing/2014/main" id="{721648F6-1E0D-47A7-B999-7BC7A96E5ECD}"/>
              </a:ext>
            </a:extLst>
          </p:cNvPr>
          <p:cNvSpPr>
            <a:spLocks noGrp="1"/>
          </p:cNvSpPr>
          <p:nvPr/>
        </p:nvSpPr>
        <p:spPr>
          <a:xfrm>
            <a:off x="714375" y="2228850"/>
            <a:ext cx="50958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Reprocessing spent fuel</a:t>
            </a:r>
          </a:p>
        </p:txBody>
      </p:sp>
      <p:sp>
        <p:nvSpPr>
          <p:cNvPr id="5" name="Recover uranium and plutonium&#10;for reuse in mixed-oxide ">
            <a:extLst>
              <a:ext uri="{FF2B5EF4-FFF2-40B4-BE49-F238E27FC236}">
                <a16:creationId xmlns:a16="http://schemas.microsoft.com/office/drawing/2014/main" id="{D5052254-3996-4FDA-9C4C-B20B15714748}"/>
              </a:ext>
            </a:extLst>
          </p:cNvPr>
          <p:cNvSpPr>
            <a:spLocks noGrp="1"/>
          </p:cNvSpPr>
          <p:nvPr/>
        </p:nvSpPr>
        <p:spPr>
          <a:xfrm>
            <a:off x="714375" y="3124200"/>
            <a:ext cx="5038725" cy="2619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Recover uranium and plutonium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for reuse in mixed-oxide fuel.</a:t>
            </a:r>
          </a:p>
          <a:p>
            <a:endParaRPr sz="2175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Potential benefit: more use of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existing nuclear material.</a:t>
            </a:r>
          </a:p>
          <a:p>
            <a:endParaRPr sz="2175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Continuing burdens: waste handling,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security, and proliferation concerns.</a:t>
            </a:r>
          </a:p>
        </p:txBody>
      </p:sp>
      <p:sp>
        <p:nvSpPr>
          <p:cNvPr id="6" name="Fusion research">
            <a:extLst>
              <a:ext uri="{FF2B5EF4-FFF2-40B4-BE49-F238E27FC236}">
                <a16:creationId xmlns:a16="http://schemas.microsoft.com/office/drawing/2014/main" id="{479FF295-A0C0-4F62-88CD-F8CCFC1594DD}"/>
              </a:ext>
            </a:extLst>
          </p:cNvPr>
          <p:cNvSpPr>
            <a:spLocks noGrp="1"/>
          </p:cNvSpPr>
          <p:nvPr/>
        </p:nvSpPr>
        <p:spPr>
          <a:xfrm>
            <a:off x="6315075" y="2228850"/>
            <a:ext cx="50958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Fusion research</a:t>
            </a:r>
          </a:p>
        </p:txBody>
      </p:sp>
      <p:sp>
        <p:nvSpPr>
          <p:cNvPr id="7" name="Fuse light nuclei at extremely&#10;high temperatures.&#10;&#10;Pote">
            <a:extLst>
              <a:ext uri="{FF2B5EF4-FFF2-40B4-BE49-F238E27FC236}">
                <a16:creationId xmlns:a16="http://schemas.microsoft.com/office/drawing/2014/main" id="{2470324E-9212-43BA-8BB4-CCE90BF1BB9A}"/>
              </a:ext>
            </a:extLst>
          </p:cNvPr>
          <p:cNvSpPr>
            <a:spLocks noGrp="1"/>
          </p:cNvSpPr>
          <p:nvPr/>
        </p:nvSpPr>
        <p:spPr>
          <a:xfrm>
            <a:off x="6315075" y="3124200"/>
            <a:ext cx="5038725" cy="2619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Fuse light nuclei at extremely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high temperatures.</a:t>
            </a:r>
          </a:p>
          <a:p>
            <a:endParaRPr sz="2175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Potential benefit: a different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fuel cycle.</a:t>
            </a:r>
          </a:p>
          <a:p>
            <a:endParaRPr sz="2175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Scientific and engineering barriers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separate experiments from power supply.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7337E0E-6449-453F-AC21-E53F32F03948}"/>
              </a:ext>
            </a:extLst>
          </p:cNvPr>
          <p:cNvSpPr>
            <a:spLocks noGrp="1"/>
          </p:cNvSpPr>
          <p:nvPr/>
        </p:nvSpPr>
        <p:spPr>
          <a:xfrm>
            <a:off x="5953125" y="2181225"/>
            <a:ext cx="0" cy="3657600"/>
          </a:xfrm>
          <a:prstGeom prst="line">
            <a:avLst/>
          </a:prstGeom>
          <a:noFill/>
          <a:ln w="19050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From §9.9: recycling fuel and researching fusion do not">
            <a:extLst>
              <a:ext uri="{FF2B5EF4-FFF2-40B4-BE49-F238E27FC236}">
                <a16:creationId xmlns:a16="http://schemas.microsoft.com/office/drawing/2014/main" id="{2E5411FA-D5DD-46A5-B615-9B9D6DC70902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From §9.9: recycling fuel and researching fusion do not remove the need to manage present-day waste and reactor safety.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PTER 9  /  SOLUTIONS">
            <a:extLst>
              <a:ext uri="{FF2B5EF4-FFF2-40B4-BE49-F238E27FC236}">
                <a16:creationId xmlns:a16="http://schemas.microsoft.com/office/drawing/2014/main" id="{AC1E6CF0-D988-4C17-A34F-FE241738D2C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SOLUTIONS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8DD9DE02-CAF0-48CC-A2A2-28815DF6C723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60 / 64</a:t>
            </a:r>
          </a:p>
        </p:txBody>
      </p:sp>
      <p:sp>
        <p:nvSpPr>
          <p:cNvPr id="3" name="Solutions summary">
            <a:extLst>
              <a:ext uri="{FF2B5EF4-FFF2-40B4-BE49-F238E27FC236}">
                <a16:creationId xmlns:a16="http://schemas.microsoft.com/office/drawing/2014/main" id="{4BCE024A-E24F-4FA4-91B1-EF890330AC94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Solutions summary</a:t>
            </a:r>
          </a:p>
        </p:txBody>
      </p:sp>
      <p:sp>
        <p:nvSpPr>
          <p:cNvPr id="4" name="9.7">
            <a:extLst>
              <a:ext uri="{FF2B5EF4-FFF2-40B4-BE49-F238E27FC236}">
                <a16:creationId xmlns:a16="http://schemas.microsoft.com/office/drawing/2014/main" id="{36905B20-5B6F-407B-B036-4E968888773E}"/>
              </a:ext>
            </a:extLst>
          </p:cNvPr>
          <p:cNvSpPr>
            <a:spLocks noGrp="1"/>
          </p:cNvSpPr>
          <p:nvPr/>
        </p:nvSpPr>
        <p:spPr>
          <a:xfrm>
            <a:off x="714375" y="207645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9.7</a:t>
            </a:r>
          </a:p>
        </p:txBody>
      </p:sp>
      <p:sp>
        <p:nvSpPr>
          <p:cNvPr id="5" name="Prevent releases, prepare for accidents, and improve&#10;re">
            <a:extLst>
              <a:ext uri="{FF2B5EF4-FFF2-40B4-BE49-F238E27FC236}">
                <a16:creationId xmlns:a16="http://schemas.microsoft.com/office/drawing/2014/main" id="{27F2700D-286A-4E19-83EE-093FB73CC0F9}"/>
              </a:ext>
            </a:extLst>
          </p:cNvPr>
          <p:cNvSpPr>
            <a:spLocks noGrp="1"/>
          </p:cNvSpPr>
          <p:nvPr/>
        </p:nvSpPr>
        <p:spPr>
          <a:xfrm>
            <a:off x="2686050" y="207645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Prevent releases, prepare for accidents, and improve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response. Reduce unnecessary resource consumption.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17D2CD7-ECF4-4696-8B04-67DCF88750D5}"/>
              </a:ext>
            </a:extLst>
          </p:cNvPr>
          <p:cNvSpPr>
            <a:spLocks noGrp="1"/>
          </p:cNvSpPr>
          <p:nvPr/>
        </p:nvSpPr>
        <p:spPr>
          <a:xfrm>
            <a:off x="714375" y="3057525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9.8">
            <a:extLst>
              <a:ext uri="{FF2B5EF4-FFF2-40B4-BE49-F238E27FC236}">
                <a16:creationId xmlns:a16="http://schemas.microsoft.com/office/drawing/2014/main" id="{9C300D17-2B43-44F8-BF9C-78C515F77688}"/>
              </a:ext>
            </a:extLst>
          </p:cNvPr>
          <p:cNvSpPr>
            <a:spLocks noGrp="1"/>
          </p:cNvSpPr>
          <p:nvPr/>
        </p:nvSpPr>
        <p:spPr>
          <a:xfrm>
            <a:off x="714375" y="3209925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9.8</a:t>
            </a:r>
          </a:p>
        </p:txBody>
      </p:sp>
      <p:sp>
        <p:nvSpPr>
          <p:cNvPr id="8" name="Restore soil, vegetation, and ecosystem function&#10;where ">
            <a:extLst>
              <a:ext uri="{FF2B5EF4-FFF2-40B4-BE49-F238E27FC236}">
                <a16:creationId xmlns:a16="http://schemas.microsoft.com/office/drawing/2014/main" id="{53C67CB9-DCE6-46EF-BAE0-E0FA8C2D4822}"/>
              </a:ext>
            </a:extLst>
          </p:cNvPr>
          <p:cNvSpPr>
            <a:spLocks noGrp="1"/>
          </p:cNvSpPr>
          <p:nvPr/>
        </p:nvSpPr>
        <p:spPr>
          <a:xfrm>
            <a:off x="2686050" y="3209925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Restore soil, vegetation, and ecosystem function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where possible. Recognize irreversible losses.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3E34873-473F-4899-B98B-34ECE5F5325E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9.9">
            <a:extLst>
              <a:ext uri="{FF2B5EF4-FFF2-40B4-BE49-F238E27FC236}">
                <a16:creationId xmlns:a16="http://schemas.microsoft.com/office/drawing/2014/main" id="{3A9466A1-40E5-4A14-A86B-820764C3B671}"/>
              </a:ext>
            </a:extLst>
          </p:cNvPr>
          <p:cNvSpPr>
            <a:spLocks noGrp="1"/>
          </p:cNvSpPr>
          <p:nvPr/>
        </p:nvSpPr>
        <p:spPr>
          <a:xfrm>
            <a:off x="714375" y="434340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9.9</a:t>
            </a:r>
          </a:p>
        </p:txBody>
      </p:sp>
      <p:sp>
        <p:nvSpPr>
          <p:cNvPr id="11" name="Strengthen existing reactors’ safety functions.&#10;Use sim">
            <a:extLst>
              <a:ext uri="{FF2B5EF4-FFF2-40B4-BE49-F238E27FC236}">
                <a16:creationId xmlns:a16="http://schemas.microsoft.com/office/drawing/2014/main" id="{1DFA03D2-DE59-416A-8F60-0AE13A86151C}"/>
              </a:ext>
            </a:extLst>
          </p:cNvPr>
          <p:cNvSpPr>
            <a:spLocks noGrp="1"/>
          </p:cNvSpPr>
          <p:nvPr/>
        </p:nvSpPr>
        <p:spPr>
          <a:xfrm>
            <a:off x="2686050" y="434340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Strengthen existing reactors’ safety functions.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Use simpler designs and evaluate passive safeguards.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PTER 9  /  TAKEAWAYS">
            <a:extLst>
              <a:ext uri="{FF2B5EF4-FFF2-40B4-BE49-F238E27FC236}">
                <a16:creationId xmlns:a16="http://schemas.microsoft.com/office/drawing/2014/main" id="{5B3F8361-7D12-4D87-B747-63E7EC8B524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TAKEAWAYS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2C79E333-F232-4042-99A3-EC9752B5549F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61 / 64</a:t>
            </a:r>
          </a:p>
        </p:txBody>
      </p:sp>
      <p:sp>
        <p:nvSpPr>
          <p:cNvPr id="3" name="The whole chapter in three questions">
            <a:extLst>
              <a:ext uri="{FF2B5EF4-FFF2-40B4-BE49-F238E27FC236}">
                <a16:creationId xmlns:a16="http://schemas.microsoft.com/office/drawing/2014/main" id="{456C0FC3-CE2B-4BF1-9BE5-6A1FDFEF93F8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whole chapter in three questions</a:t>
            </a:r>
          </a:p>
        </p:txBody>
      </p:sp>
      <p:sp>
        <p:nvSpPr>
          <p:cNvPr id="4" name="SCIENCE">
            <a:extLst>
              <a:ext uri="{FF2B5EF4-FFF2-40B4-BE49-F238E27FC236}">
                <a16:creationId xmlns:a16="http://schemas.microsoft.com/office/drawing/2014/main" id="{5E481D36-0CAF-4A47-B336-CAB21810A04E}"/>
              </a:ext>
            </a:extLst>
          </p:cNvPr>
          <p:cNvSpPr>
            <a:spLocks noGrp="1"/>
          </p:cNvSpPr>
          <p:nvPr/>
        </p:nvSpPr>
        <p:spPr>
          <a:xfrm>
            <a:off x="714375" y="207645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SCIENCE</a:t>
            </a:r>
          </a:p>
        </p:txBody>
      </p:sp>
      <p:sp>
        <p:nvSpPr>
          <p:cNvPr id="5" name="Where does the energy come from, and how&#10;does a power p">
            <a:extLst>
              <a:ext uri="{FF2B5EF4-FFF2-40B4-BE49-F238E27FC236}">
                <a16:creationId xmlns:a16="http://schemas.microsoft.com/office/drawing/2014/main" id="{A16190C8-0BA9-4797-BE14-69534A43C3E6}"/>
              </a:ext>
            </a:extLst>
          </p:cNvPr>
          <p:cNvSpPr>
            <a:spLocks noGrp="1"/>
          </p:cNvSpPr>
          <p:nvPr/>
        </p:nvSpPr>
        <p:spPr>
          <a:xfrm>
            <a:off x="2686050" y="207645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Where does the energy come from, and how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does a power plant or engine transform it?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0FE9038-5599-4460-8A7E-2C235072369C}"/>
              </a:ext>
            </a:extLst>
          </p:cNvPr>
          <p:cNvSpPr>
            <a:spLocks noGrp="1"/>
          </p:cNvSpPr>
          <p:nvPr/>
        </p:nvSpPr>
        <p:spPr>
          <a:xfrm>
            <a:off x="714375" y="3057525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ISSUES">
            <a:extLst>
              <a:ext uri="{FF2B5EF4-FFF2-40B4-BE49-F238E27FC236}">
                <a16:creationId xmlns:a16="http://schemas.microsoft.com/office/drawing/2014/main" id="{101B8CB1-D707-459E-BFC7-E4CA35BB5D42}"/>
              </a:ext>
            </a:extLst>
          </p:cNvPr>
          <p:cNvSpPr>
            <a:spLocks noGrp="1"/>
          </p:cNvSpPr>
          <p:nvPr/>
        </p:nvSpPr>
        <p:spPr>
          <a:xfrm>
            <a:off x="714375" y="3209925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ISSUES</a:t>
            </a:r>
          </a:p>
        </p:txBody>
      </p:sp>
      <p:sp>
        <p:nvSpPr>
          <p:cNvPr id="8" name="Which harms arise across extraction, use, and waste,&#10;an">
            <a:extLst>
              <a:ext uri="{FF2B5EF4-FFF2-40B4-BE49-F238E27FC236}">
                <a16:creationId xmlns:a16="http://schemas.microsoft.com/office/drawing/2014/main" id="{DD30478D-E8C9-4825-A204-9A738E496F64}"/>
              </a:ext>
            </a:extLst>
          </p:cNvPr>
          <p:cNvSpPr>
            <a:spLocks noGrp="1"/>
          </p:cNvSpPr>
          <p:nvPr/>
        </p:nvSpPr>
        <p:spPr>
          <a:xfrm>
            <a:off x="2686050" y="3209925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Which harms arise across extraction, use, and waste,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and who experiences those harms?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9A7FE27-F28B-4F77-9477-42696A1654DF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10715625" cy="0"/>
          </a:xfrm>
          <a:prstGeom prst="line">
            <a:avLst/>
          </a:prstGeom>
          <a:noFill/>
          <a:ln w="9525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OLUTIONS">
            <a:extLst>
              <a:ext uri="{FF2B5EF4-FFF2-40B4-BE49-F238E27FC236}">
                <a16:creationId xmlns:a16="http://schemas.microsoft.com/office/drawing/2014/main" id="{ACECEE29-9799-4162-9B3F-E9E124459091}"/>
              </a:ext>
            </a:extLst>
          </p:cNvPr>
          <p:cNvSpPr>
            <a:spLocks noGrp="1"/>
          </p:cNvSpPr>
          <p:nvPr/>
        </p:nvSpPr>
        <p:spPr>
          <a:xfrm>
            <a:off x="714375" y="4343400"/>
            <a:ext cx="18097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SOLUTIONS</a:t>
            </a:r>
          </a:p>
        </p:txBody>
      </p:sp>
      <p:sp>
        <p:nvSpPr>
          <p:cNvPr id="11" name="Which safeguards reduce those harms, and which&#10;losses o">
            <a:extLst>
              <a:ext uri="{FF2B5EF4-FFF2-40B4-BE49-F238E27FC236}">
                <a16:creationId xmlns:a16="http://schemas.microsoft.com/office/drawing/2014/main" id="{EF3D61BD-FDE7-4180-A81A-8D93BF7C9AD8}"/>
              </a:ext>
            </a:extLst>
          </p:cNvPr>
          <p:cNvSpPr>
            <a:spLocks noGrp="1"/>
          </p:cNvSpPr>
          <p:nvPr/>
        </p:nvSpPr>
        <p:spPr>
          <a:xfrm>
            <a:off x="2686050" y="4343400"/>
            <a:ext cx="8763000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Which safeguards reduce those harms, and which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losses or responsibilities remain afterward?</a:t>
            </a:r>
          </a:p>
        </p:txBody>
      </p:sp>
    </p:spTree>
    <p:extLst>
      <p:ext uri="{BB962C8B-B14F-4D97-AF65-F5344CB8AC3E}">
        <p14:creationId xmlns:p14="http://schemas.microsoft.com/office/powerpoint/2010/main" val="2029556108"/>
      </p:ext>
    </p:extLst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 9  /  TAKEAWAYS">
            <a:extLst>
              <a:ext uri="{FF2B5EF4-FFF2-40B4-BE49-F238E27FC236}">
                <a16:creationId xmlns:a16="http://schemas.microsoft.com/office/drawing/2014/main" id="{7D5DA6F6-28D4-4057-B4B4-64E77FE10B1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TAKEAWAYS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43209BFF-062F-4B4C-8D0D-0227B2EAFB4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62 / 64</a:t>
            </a:r>
          </a:p>
        </p:txBody>
      </p:sp>
      <p:sp>
        <p:nvSpPr>
          <p:cNvPr id="3" name="Fossil fuels, nuclear energy, and you">
            <a:extLst>
              <a:ext uri="{FF2B5EF4-FFF2-40B4-BE49-F238E27FC236}">
                <a16:creationId xmlns:a16="http://schemas.microsoft.com/office/drawing/2014/main" id="{60A7F26B-3415-439A-9EE6-456E40832E0E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Fossil fuels, nuclear energy, and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93628-5D23-4452-A48D-18BB0BCB54C8}"/>
              </a:ext>
            </a:extLst>
          </p:cNvPr>
          <p:cNvSpPr>
            <a:spLocks noGrp="1"/>
          </p:cNvSpPr>
          <p:nvPr/>
        </p:nvSpPr>
        <p:spPr>
          <a:xfrm>
            <a:off x="752475" y="2219325"/>
            <a:ext cx="10553700" cy="3267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254000" indent="-1397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Stay informed about energy sources and their full costs.</a:t>
            </a:r>
          </a:p>
          <a:p>
            <a:pPr marL="254000" indent="-1397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Participate in local decisions and ask who bears the risks.</a:t>
            </a:r>
          </a:p>
          <a:p>
            <a:pPr marL="254000" indent="-1397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Use energy efficiently in buildings and daily activities.</a:t>
            </a:r>
          </a:p>
          <a:p>
            <a:pPr marL="254000" indent="-1397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Choose lower-energy transportation when safe and practical.</a:t>
            </a:r>
          </a:p>
        </p:txBody>
      </p:sp>
      <p:sp>
        <p:nvSpPr>
          <p:cNvPr id="5" name="Adapted from “Fossil Fuels, Nuclear Energy, and You.” P">
            <a:extLst>
              <a:ext uri="{FF2B5EF4-FFF2-40B4-BE49-F238E27FC236}">
                <a16:creationId xmlns:a16="http://schemas.microsoft.com/office/drawing/2014/main" id="{642B1675-40B9-4878-AF48-91A61893EED7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“Fossil Fuels, Nuclear Energy, and You.” Personal choices complement the engineering and policy changes discussed in the chapter.</a:t>
            </a:r>
          </a:p>
        </p:txBody>
      </p:sp>
    </p:spTree>
    <p:extLst>
      <p:ext uri="{BB962C8B-B14F-4D97-AF65-F5344CB8AC3E}">
        <p14:creationId xmlns:p14="http://schemas.microsoft.com/office/powerpoint/2010/main" val="162862385"/>
      </p:ext>
    </p:extLst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PTER 9  /  CENTRAL QUESTION">
            <a:extLst>
              <a:ext uri="{FF2B5EF4-FFF2-40B4-BE49-F238E27FC236}">
                <a16:creationId xmlns:a16="http://schemas.microsoft.com/office/drawing/2014/main" id="{FE712877-3E4C-4C80-AC07-B5931B1D3B3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CENTRAL QUESTION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6E616478-BED5-4401-BD32-0E013ABA3EE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63 / 64</a:t>
            </a:r>
          </a:p>
        </p:txBody>
      </p:sp>
      <p:sp>
        <p:nvSpPr>
          <p:cNvPr id="3" name="Returning to the central question">
            <a:extLst>
              <a:ext uri="{FF2B5EF4-FFF2-40B4-BE49-F238E27FC236}">
                <a16:creationId xmlns:a16="http://schemas.microsoft.com/office/drawing/2014/main" id="{F7B161BA-5654-44AC-92D9-823D7747F691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Returning to the central question</a:t>
            </a:r>
          </a:p>
        </p:txBody>
      </p:sp>
      <p:sp>
        <p:nvSpPr>
          <p:cNvPr id="4" name="A synthesis answer">
            <a:extLst>
              <a:ext uri="{FF2B5EF4-FFF2-40B4-BE49-F238E27FC236}">
                <a16:creationId xmlns:a16="http://schemas.microsoft.com/office/drawing/2014/main" id="{B9D335F4-6A95-4017-8460-97B31A87DB56}"/>
              </a:ext>
            </a:extLst>
          </p:cNvPr>
          <p:cNvSpPr>
            <a:spLocks noGrp="1"/>
          </p:cNvSpPr>
          <p:nvPr/>
        </p:nvSpPr>
        <p:spPr>
          <a:xfrm>
            <a:off x="742950" y="2009775"/>
            <a:ext cx="105727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A synthesis answer</a:t>
            </a:r>
          </a:p>
        </p:txBody>
      </p:sp>
      <p:sp>
        <p:nvSpPr>
          <p:cNvPr id="5" name="Use less energy for the services we need. Prevent pollu">
            <a:extLst>
              <a:ext uri="{FF2B5EF4-FFF2-40B4-BE49-F238E27FC236}">
                <a16:creationId xmlns:a16="http://schemas.microsoft.com/office/drawing/2014/main" id="{E0587BD1-7238-4704-9557-4293143253CE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10668000" cy="2562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less energy for the services we need. Prevent pollution</a:t>
            </a:r>
          </a:p>
          <a:p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accidents across the full fuel cycle. Restore damaged</a:t>
            </a:r>
          </a:p>
          <a:p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ecosystems where possible, and maintain long-term care</a:t>
            </a:r>
          </a:p>
          <a:p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waste and contamination. Evaluate the remaining harms</a:t>
            </a:r>
          </a:p>
          <a:p>
            <a:pPr algn="l"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while moving toward more sustainable energy sources.</a:t>
            </a:r>
          </a:p>
        </p:txBody>
      </p:sp>
      <p:sp>
        <p:nvSpPr>
          <p:cNvPr id="6" name="Proposed answer derived from the chapter. Page 293 asks">
            <a:extLst>
              <a:ext uri="{FF2B5EF4-FFF2-40B4-BE49-F238E27FC236}">
                <a16:creationId xmlns:a16="http://schemas.microsoft.com/office/drawing/2014/main" id="{3F2D1532-00ED-476E-9DDE-93B28DD14A00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Proposed answer derived from the chapter. Page 293 asks students to compose an answer; it does not provide a printed answer key.</a:t>
            </a:r>
          </a:p>
        </p:txBody>
      </p:sp>
    </p:spTree>
    <p:extLst>
      <p:ext uri="{BB962C8B-B14F-4D97-AF65-F5344CB8AC3E}">
        <p14:creationId xmlns:p14="http://schemas.microsoft.com/office/powerpoint/2010/main" val="1150782692"/>
      </p:ext>
    </p:extLst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PTER 9  /  DISCUSSION">
            <a:extLst>
              <a:ext uri="{FF2B5EF4-FFF2-40B4-BE49-F238E27FC236}">
                <a16:creationId xmlns:a16="http://schemas.microsoft.com/office/drawing/2014/main" id="{325B0F93-5018-4C76-8195-DB6106078A8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DISCUSSION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40066AFB-3BD5-481A-8BC7-AB6227ADAA9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64 / 64</a:t>
            </a:r>
          </a:p>
        </p:txBody>
      </p:sp>
      <p:sp>
        <p:nvSpPr>
          <p:cNvPr id="3" name="What would change your energy decision?">
            <a:extLst>
              <a:ext uri="{FF2B5EF4-FFF2-40B4-BE49-F238E27FC236}">
                <a16:creationId xmlns:a16="http://schemas.microsoft.com/office/drawing/2014/main" id="{ADE9BE0E-556D-4398-BEA0-6BF5E6F4458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would change your energy decision?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B35780-F44C-4F3F-BF22-F787EC77C60C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10572750" cy="3352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254000" indent="-139700" algn="l">
              <a:spcAft>
                <a:spcPts val="1800"/>
              </a:spcAft>
              <a:buChar char="•"/>
              <a:defRPr sz="24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Which impact deserves more weight in your community?</a:t>
            </a:r>
          </a:p>
          <a:p>
            <a:pPr marL="254000" indent="-139700" algn="l">
              <a:spcAft>
                <a:spcPts val="1800"/>
              </a:spcAft>
              <a:buChar char="•"/>
              <a:defRPr sz="24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What measurement would help you compare the alternatives?</a:t>
            </a:r>
          </a:p>
          <a:p>
            <a:pPr marL="254000" indent="-139700" algn="l">
              <a:spcAft>
                <a:spcPts val="1800"/>
              </a:spcAft>
              <a:buChar char="•"/>
              <a:defRPr sz="24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Which safeguard would you require, and how would you test it?</a:t>
            </a:r>
          </a:p>
        </p:txBody>
      </p:sp>
    </p:spTree>
    <p:extLst>
      <p:ext uri="{BB962C8B-B14F-4D97-AF65-F5344CB8AC3E}">
        <p14:creationId xmlns:p14="http://schemas.microsoft.com/office/powerpoint/2010/main" val="1068001178"/>
      </p:ext>
    </p:extLst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4C37A-3D09-1ABE-745A-65BE4BAB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41B946-B5BA-C67C-3A52-39A8F30A609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9  /  SCIENCE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996A0C-1C30-DFA6-DBA4-A3FA13DD443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14 / 64</a:t>
            </a:r>
          </a:p>
        </p:txBody>
      </p:sp>
      <p:sp>
        <p:nvSpPr>
          <p:cNvPr id="3" name="Oil refining separates useful fractions">
            <a:extLst>
              <a:ext uri="{FF2B5EF4-FFF2-40B4-BE49-F238E27FC236}">
                <a16:creationId xmlns:a16="http://schemas.microsoft.com/office/drawing/2014/main" id="{138A1E06-208A-5B29-99DF-7B190C7DF973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Oil refining separates useful fractions</a:t>
            </a:r>
          </a:p>
        </p:txBody>
      </p:sp>
      <p:sp>
        <p:nvSpPr>
          <p:cNvPr id="69" name="Fig. 9.5, redrawn: a fractionating column separates cru">
            <a:extLst>
              <a:ext uri="{FF2B5EF4-FFF2-40B4-BE49-F238E27FC236}">
                <a16:creationId xmlns:a16="http://schemas.microsoft.com/office/drawing/2014/main" id="{14ED0A9D-CEF9-F8C6-CA92-64B401C24980}"/>
              </a:ext>
            </a:extLst>
          </p:cNvPr>
          <p:cNvSpPr>
            <a:spLocks noGrp="1"/>
          </p:cNvSpPr>
          <p:nvPr/>
        </p:nvSpPr>
        <p:spPr>
          <a:xfrm>
            <a:off x="704850" y="6096000"/>
            <a:ext cx="10782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9.5, redrawn: a fractionating column separates crude oil into useful fractions by their different boiling ranges; lighter fractions rise higher.</a:t>
            </a:r>
          </a:p>
        </p:txBody>
      </p:sp>
      <p:pic>
        <p:nvPicPr>
          <p:cNvPr id="100" name="FIGURE95_approved_reconstruction">
            <a:extLst>
              <a:ext uri="{FF2B5EF4-FFF2-40B4-BE49-F238E27FC236}">
                <a16:creationId xmlns:a16="http://schemas.microsoft.com/office/drawing/2014/main" id="{53C820B2-30C1-4C56-BD54-A8A903AB0DF3}"/>
              </a:ext>
            </a:extLst>
          </p:cNvPr>
          <p:cNvPicPr>
            <a:picLocks noChangeAspect="1"/>
          </p:cNvPicPr>
          <p:nvPr/>
        </p:nvPicPr>
        <p:blipFill>
          <a:blip r:embed="rIdFigure95Image"/>
          <a:stretch/>
        </p:blipFill>
        <p:spPr>
          <a:xfrm>
            <a:off x="1377173" y="1714500"/>
            <a:ext cx="9418604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4202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3284</TotalTime>
  <Words>3670</Words>
  <Application>Microsoft Macintosh PowerPoint</Application>
  <DocSecurity>0</DocSecurity>
  <PresentationFormat>Widescreen</PresentationFormat>
  <Paragraphs>946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Aptos</vt:lpstr>
      <vt:lpstr>Arial</vt:lpstr>
      <vt:lpstr>Wingdings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Elias Zakaria Mohellebi</cp:lastModifiedBy>
  <cp:revision>1</cp:revision>
  <dcterms:created xsi:type="dcterms:W3CDTF">2026-10-12T05:17:13Z</dcterms:created>
  <dcterms:modified xsi:type="dcterms:W3CDTF">2026-10-14T14:15:21Z</dcterms:modified>
</cp:coreProperties>
</file>